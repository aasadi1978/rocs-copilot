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811" r:id="rId1"/>
  </p:sldMasterIdLst>
  <p:notesMasterIdLst>
    <p:notesMasterId r:id="rId7"/>
  </p:notesMasterIdLst>
  <p:sldIdLst>
    <p:sldId id="256" r:id="rId2"/>
    <p:sldId id="259" r:id="rId3"/>
    <p:sldId id="258" r:id="rId4"/>
    <p:sldId id="260" r:id="rId5"/>
    <p:sldId id="261" r:id="rId6"/>
  </p:sldIdLst>
  <p:sldSz cx="9144000" cy="6858000" type="screen4x3"/>
  <p:notesSz cx="6881813" cy="9296400"/>
  <p:defaultTex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4063">
          <p15:clr>
            <a:srgbClr val="A4A3A4"/>
          </p15:clr>
        </p15:guide>
        <p15:guide id="2" orient="horz" pos="752">
          <p15:clr>
            <a:srgbClr val="A4A3A4"/>
          </p15:clr>
        </p15:guide>
        <p15:guide id="3" orient="horz" pos="3356">
          <p15:clr>
            <a:srgbClr val="A4A3A4"/>
          </p15:clr>
        </p15:guide>
        <p15:guide id="4" pos="620">
          <p15:clr>
            <a:srgbClr val="A4A3A4"/>
          </p15:clr>
        </p15:guide>
        <p15:guide id="5" pos="5194">
          <p15:clr>
            <a:srgbClr val="A4A3A4"/>
          </p15:clr>
        </p15:guide>
        <p15:guide id="6" pos="5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a:srgbClr val="7D22C3"/>
    <a:srgbClr val="FF6600"/>
    <a:srgbClr val="4D148C"/>
    <a:srgbClr val="000000"/>
    <a:srgbClr val="FF00FF"/>
    <a:srgbClr val="9999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55" autoAdjust="0"/>
    <p:restoredTop sz="96208" autoAdjust="0"/>
  </p:normalViewPr>
  <p:slideViewPr>
    <p:cSldViewPr snapToGrid="0">
      <p:cViewPr varScale="1">
        <p:scale>
          <a:sx n="119" d="100"/>
          <a:sy n="119" d="100"/>
        </p:scale>
        <p:origin x="2360" y="184"/>
      </p:cViewPr>
      <p:guideLst>
        <p:guide orient="horz" pos="4063"/>
        <p:guide orient="horz" pos="752"/>
        <p:guide orient="horz" pos="3356"/>
        <p:guide pos="620"/>
        <p:guide pos="5194"/>
        <p:guide pos="544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0"/>
    </p:cViewPr>
  </p:sorterViewPr>
  <p:notesViewPr>
    <p:cSldViewPr snapToGrid="0">
      <p:cViewPr>
        <p:scale>
          <a:sx n="100" d="100"/>
          <a:sy n="100" d="100"/>
        </p:scale>
        <p:origin x="3102" y="58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6725"/>
          </a:xfrm>
          <a:prstGeom prst="rect">
            <a:avLst/>
          </a:prstGeom>
        </p:spPr>
        <p:txBody>
          <a:bodyPr vert="horz" lIns="91440" tIns="45720" rIns="91440" bIns="45720" rtlCol="0"/>
          <a:lstStyle>
            <a:lvl1pPr algn="r">
              <a:defRPr sz="1200"/>
            </a:lvl1pPr>
          </a:lstStyle>
          <a:p>
            <a:fld id="{4FC776D4-5D1E-4254-AF04-C534FAC4D799}" type="datetimeFigureOut">
              <a:rPr lang="en-US" smtClean="0"/>
              <a:t>1/13/21</a:t>
            </a:fld>
            <a:endParaRPr lang="en-US"/>
          </a:p>
        </p:txBody>
      </p:sp>
      <p:sp>
        <p:nvSpPr>
          <p:cNvPr id="4" name="Slide Image Placeholder 3"/>
          <p:cNvSpPr>
            <a:spLocks noGrp="1" noRot="1" noChangeAspect="1"/>
          </p:cNvSpPr>
          <p:nvPr>
            <p:ph type="sldImg" idx="2"/>
          </p:nvPr>
        </p:nvSpPr>
        <p:spPr>
          <a:xfrm>
            <a:off x="13509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73575"/>
            <a:ext cx="55054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6725"/>
          </a:xfrm>
          <a:prstGeom prst="rect">
            <a:avLst/>
          </a:prstGeom>
        </p:spPr>
        <p:txBody>
          <a:bodyPr vert="horz" lIns="91440" tIns="45720" rIns="91440" bIns="45720" rtlCol="0" anchor="b"/>
          <a:lstStyle>
            <a:lvl1pPr algn="r">
              <a:defRPr sz="1200"/>
            </a:lvl1pPr>
          </a:lstStyle>
          <a:p>
            <a:fld id="{6BDB6021-8FA1-47A7-9598-E317520C3EB0}" type="slidenum">
              <a:rPr lang="en-US" smtClean="0"/>
              <a:t>‹#›</a:t>
            </a:fld>
            <a:endParaRPr lang="en-US"/>
          </a:p>
        </p:txBody>
      </p:sp>
    </p:spTree>
    <p:extLst>
      <p:ext uri="{BB962C8B-B14F-4D97-AF65-F5344CB8AC3E}">
        <p14:creationId xmlns:p14="http://schemas.microsoft.com/office/powerpoint/2010/main" val="1730148300"/>
      </p:ext>
    </p:extLst>
  </p:cSld>
  <p:clrMap bg1="lt1" tx1="dk1" bg2="lt2" tx2="dk2" accent1="accent1" accent2="accent2" accent3="accent3" accent4="accent4" accent5="accent5" accent6="accent6" hlink="hlink" folHlink="folHlink"/>
  <p:notesStyle>
    <a:lvl1pPr marL="0" algn="l" defTabSz="914400" rtl="0" eaLnBrk="1" latinLnBrk="0" hangingPunct="1">
      <a:defRPr sz="1100" kern="1200">
        <a:solidFill>
          <a:schemeClr val="tx1"/>
        </a:solidFill>
        <a:latin typeface="Arial Narrow" panose="020B0606020202030204" pitchFamily="34" charset="0"/>
        <a:ea typeface="+mn-ea"/>
        <a:cs typeface="+mn-cs"/>
      </a:defRPr>
    </a:lvl1pPr>
    <a:lvl2pPr marL="457200" algn="l" defTabSz="914400" rtl="0" eaLnBrk="1" latinLnBrk="0" hangingPunct="1">
      <a:defRPr sz="1100" kern="1200">
        <a:solidFill>
          <a:schemeClr val="tx1"/>
        </a:solidFill>
        <a:latin typeface="Arial Narrow" panose="020B0606020202030204" pitchFamily="34" charset="0"/>
        <a:ea typeface="+mn-ea"/>
        <a:cs typeface="+mn-cs"/>
      </a:defRPr>
    </a:lvl2pPr>
    <a:lvl3pPr marL="914400" algn="l" defTabSz="914400" rtl="0" eaLnBrk="1" latinLnBrk="0" hangingPunct="1">
      <a:defRPr sz="1100" kern="1200">
        <a:solidFill>
          <a:schemeClr val="tx1"/>
        </a:solidFill>
        <a:latin typeface="Arial Narrow" panose="020B0606020202030204" pitchFamily="34" charset="0"/>
        <a:ea typeface="+mn-ea"/>
        <a:cs typeface="+mn-cs"/>
      </a:defRPr>
    </a:lvl3pPr>
    <a:lvl4pPr marL="1371600" algn="l" defTabSz="914400" rtl="0" eaLnBrk="1" latinLnBrk="0" hangingPunct="1">
      <a:defRPr sz="1100" kern="1200">
        <a:solidFill>
          <a:schemeClr val="tx1"/>
        </a:solidFill>
        <a:latin typeface="Arial Narrow" panose="020B0606020202030204" pitchFamily="34" charset="0"/>
        <a:ea typeface="+mn-ea"/>
        <a:cs typeface="+mn-cs"/>
      </a:defRPr>
    </a:lvl4pPr>
    <a:lvl5pPr marL="1828800" algn="l" defTabSz="914400" rtl="0" eaLnBrk="1" latinLnBrk="0" hangingPunct="1">
      <a:defRPr sz="1100" kern="1200">
        <a:solidFill>
          <a:schemeClr val="tx1"/>
        </a:solidFill>
        <a:latin typeface="Arial Narrow" panose="020B0606020202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DB6021-8FA1-47A7-9598-E317520C3EB0}" type="slidenum">
              <a:rPr lang="en-US" smtClean="0"/>
              <a:t>2</a:t>
            </a:fld>
            <a:endParaRPr lang="en-US"/>
          </a:p>
        </p:txBody>
      </p:sp>
    </p:spTree>
    <p:extLst>
      <p:ext uri="{BB962C8B-B14F-4D97-AF65-F5344CB8AC3E}">
        <p14:creationId xmlns:p14="http://schemas.microsoft.com/office/powerpoint/2010/main" val="170950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DB6021-8FA1-47A7-9598-E317520C3EB0}" type="slidenum">
              <a:rPr lang="en-US" smtClean="0"/>
              <a:t>3</a:t>
            </a:fld>
            <a:endParaRPr lang="en-US"/>
          </a:p>
        </p:txBody>
      </p:sp>
    </p:spTree>
    <p:extLst>
      <p:ext uri="{BB962C8B-B14F-4D97-AF65-F5344CB8AC3E}">
        <p14:creationId xmlns:p14="http://schemas.microsoft.com/office/powerpoint/2010/main" val="3218226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DB6021-8FA1-47A7-9598-E317520C3EB0}" type="slidenum">
              <a:rPr lang="en-US" smtClean="0"/>
              <a:t>4</a:t>
            </a:fld>
            <a:endParaRPr lang="en-US"/>
          </a:p>
        </p:txBody>
      </p:sp>
    </p:spTree>
    <p:extLst>
      <p:ext uri="{BB962C8B-B14F-4D97-AF65-F5344CB8AC3E}">
        <p14:creationId xmlns:p14="http://schemas.microsoft.com/office/powerpoint/2010/main" val="961341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DB6021-8FA1-47A7-9598-E317520C3EB0}" type="slidenum">
              <a:rPr lang="en-US" smtClean="0"/>
              <a:t>5</a:t>
            </a:fld>
            <a:endParaRPr lang="en-US"/>
          </a:p>
        </p:txBody>
      </p:sp>
    </p:spTree>
    <p:extLst>
      <p:ext uri="{BB962C8B-B14F-4D97-AF65-F5344CB8AC3E}">
        <p14:creationId xmlns:p14="http://schemas.microsoft.com/office/powerpoint/2010/main" val="16304062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pic>
        <p:nvPicPr>
          <p:cNvPr id="9" name="Picture 8" descr="Logo&#10;&#10;Description automatically generated">
            <a:extLst>
              <a:ext uri="{FF2B5EF4-FFF2-40B4-BE49-F238E27FC236}">
                <a16:creationId xmlns:a16="http://schemas.microsoft.com/office/drawing/2014/main" id="{32F533F7-F751-E84F-886D-66CC71ABD42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1039418" y="2228875"/>
            <a:ext cx="4380545" cy="2450592"/>
          </a:xfrm>
          <a:prstGeom prst="rect">
            <a:avLst/>
          </a:prstGeom>
        </p:spPr>
      </p:pic>
      <p:sp>
        <p:nvSpPr>
          <p:cNvPr id="555016" name="Rectangle 8"/>
          <p:cNvSpPr>
            <a:spLocks noGrp="1" noChangeArrowheads="1"/>
          </p:cNvSpPr>
          <p:nvPr>
            <p:ph type="ctrTitle" sz="quarter" hasCustomPrompt="1"/>
          </p:nvPr>
        </p:nvSpPr>
        <p:spPr>
          <a:xfrm>
            <a:off x="2259896" y="3323219"/>
            <a:ext cx="6370638" cy="1218795"/>
          </a:xfrm>
        </p:spPr>
        <p:txBody>
          <a:bodyPr>
            <a:spAutoFit/>
          </a:bodyPr>
          <a:lstStyle>
            <a:lvl1pPr algn="l">
              <a:defRPr sz="4400" baseline="0">
                <a:solidFill>
                  <a:srgbClr val="4D148C"/>
                </a:solidFill>
              </a:defRPr>
            </a:lvl1pPr>
          </a:lstStyle>
          <a:p>
            <a:r>
              <a:rPr lang="en-US" dirty="0"/>
              <a:t>Click to add presentation title</a:t>
            </a:r>
          </a:p>
        </p:txBody>
      </p:sp>
      <p:sp>
        <p:nvSpPr>
          <p:cNvPr id="555017" name="Rectangle 9"/>
          <p:cNvSpPr>
            <a:spLocks noGrp="1" noChangeArrowheads="1"/>
          </p:cNvSpPr>
          <p:nvPr>
            <p:ph type="subTitle" sz="quarter" idx="1" hasCustomPrompt="1"/>
          </p:nvPr>
        </p:nvSpPr>
        <p:spPr>
          <a:xfrm>
            <a:off x="2274005" y="4682067"/>
            <a:ext cx="6361995" cy="637822"/>
          </a:xfrm>
        </p:spPr>
        <p:txBody>
          <a:bodyPr>
            <a:noAutofit/>
          </a:bodyPr>
          <a:lstStyle>
            <a:lvl1pPr marL="0" marR="0" indent="0" algn="l" defTabSz="914400" rtl="0" eaLnBrk="1" fontAlgn="auto" latinLnBrk="0" hangingPunct="1">
              <a:lnSpc>
                <a:spcPct val="80000"/>
              </a:lnSpc>
              <a:spcBef>
                <a:spcPct val="25000"/>
              </a:spcBef>
              <a:spcAft>
                <a:spcPts val="0"/>
              </a:spcAft>
              <a:buClrTx/>
              <a:buSzPct val="90000"/>
              <a:buFontTx/>
              <a:buNone/>
              <a:tabLst/>
              <a:defRPr sz="2000" baseline="0">
                <a:solidFill>
                  <a:schemeClr val="tx1"/>
                </a:solidFill>
              </a:defRPr>
            </a:lvl1pPr>
          </a:lstStyle>
          <a:p>
            <a:r>
              <a:rPr lang="en-US" dirty="0"/>
              <a:t>Click to add Author/Department/Subtitle</a:t>
            </a:r>
          </a:p>
        </p:txBody>
      </p:sp>
      <p:sp>
        <p:nvSpPr>
          <p:cNvPr id="8" name="Text Placeholder 7"/>
          <p:cNvSpPr>
            <a:spLocks noGrp="1"/>
          </p:cNvSpPr>
          <p:nvPr>
            <p:ph type="body" sz="quarter" idx="12" hasCustomPrompt="1"/>
          </p:nvPr>
        </p:nvSpPr>
        <p:spPr>
          <a:xfrm>
            <a:off x="2271889" y="5333824"/>
            <a:ext cx="6364111" cy="310620"/>
          </a:xfrm>
        </p:spPr>
        <p:txBody>
          <a:bodyPr/>
          <a:lstStyle>
            <a:lvl1pPr>
              <a:tabLst/>
              <a:defRPr sz="1800" b="0"/>
            </a:lvl1pPr>
          </a:lstStyle>
          <a:p>
            <a:pPr lvl="0"/>
            <a:r>
              <a:rPr lang="en-US" dirty="0"/>
              <a:t>Click to add Date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mage">
    <p:spTree>
      <p:nvGrpSpPr>
        <p:cNvPr id="1" name=""/>
        <p:cNvGrpSpPr/>
        <p:nvPr/>
      </p:nvGrpSpPr>
      <p:grpSpPr>
        <a:xfrm>
          <a:off x="0" y="0"/>
          <a:ext cx="0" cy="0"/>
          <a:chOff x="0" y="0"/>
          <a:chExt cx="0" cy="0"/>
        </a:xfrm>
      </p:grpSpPr>
      <p:sp>
        <p:nvSpPr>
          <p:cNvPr id="555016" name="Rectangle 8"/>
          <p:cNvSpPr>
            <a:spLocks noGrp="1" noChangeArrowheads="1"/>
          </p:cNvSpPr>
          <p:nvPr>
            <p:ph type="ctrTitle" sz="quarter" hasCustomPrompt="1"/>
          </p:nvPr>
        </p:nvSpPr>
        <p:spPr>
          <a:xfrm>
            <a:off x="973667" y="4219573"/>
            <a:ext cx="7704666" cy="606427"/>
          </a:xfrm>
        </p:spPr>
        <p:txBody>
          <a:bodyPr>
            <a:noAutofit/>
          </a:bodyPr>
          <a:lstStyle>
            <a:lvl1pPr algn="l">
              <a:defRPr sz="4400" baseline="0">
                <a:solidFill>
                  <a:srgbClr val="4D148C"/>
                </a:solidFill>
              </a:defRPr>
            </a:lvl1pPr>
          </a:lstStyle>
          <a:p>
            <a:r>
              <a:rPr lang="en-US" dirty="0"/>
              <a:t>Click to add presentation title</a:t>
            </a:r>
          </a:p>
        </p:txBody>
      </p:sp>
      <p:sp>
        <p:nvSpPr>
          <p:cNvPr id="555017" name="Rectangle 9"/>
          <p:cNvSpPr>
            <a:spLocks noGrp="1" noChangeArrowheads="1"/>
          </p:cNvSpPr>
          <p:nvPr>
            <p:ph type="subTitle" sz="quarter" idx="1" hasCustomPrompt="1"/>
          </p:nvPr>
        </p:nvSpPr>
        <p:spPr>
          <a:xfrm>
            <a:off x="976488" y="4837441"/>
            <a:ext cx="7701845" cy="355448"/>
          </a:xfrm>
        </p:spPr>
        <p:txBody>
          <a:bodyPr>
            <a:noAutofit/>
          </a:bodyPr>
          <a:lstStyle>
            <a:lvl1pPr marL="0" indent="0">
              <a:spcBef>
                <a:spcPct val="25000"/>
              </a:spcBef>
              <a:buFontTx/>
              <a:buNone/>
              <a:defRPr sz="2000" baseline="0">
                <a:solidFill>
                  <a:schemeClr val="tx1"/>
                </a:solidFill>
              </a:defRPr>
            </a:lvl1pPr>
          </a:lstStyle>
          <a:p>
            <a:r>
              <a:rPr lang="en-US" dirty="0"/>
              <a:t>Click to add Author/Department/Subtitle</a:t>
            </a:r>
          </a:p>
        </p:txBody>
      </p:sp>
      <p:sp>
        <p:nvSpPr>
          <p:cNvPr id="4" name="Text Placeholder 3"/>
          <p:cNvSpPr>
            <a:spLocks noGrp="1"/>
          </p:cNvSpPr>
          <p:nvPr>
            <p:ph type="body" sz="quarter" idx="11" hasCustomPrompt="1"/>
          </p:nvPr>
        </p:nvSpPr>
        <p:spPr>
          <a:xfrm>
            <a:off x="972960" y="5263974"/>
            <a:ext cx="3599039" cy="323850"/>
          </a:xfrm>
        </p:spPr>
        <p:txBody>
          <a:bodyPr/>
          <a:lstStyle>
            <a:lvl1pPr>
              <a:defRPr sz="2000" b="0" baseline="0"/>
            </a:lvl1pPr>
          </a:lstStyle>
          <a:p>
            <a:pPr lvl="0"/>
            <a:r>
              <a:rPr lang="en-US" dirty="0"/>
              <a:t>Click to add Date</a:t>
            </a:r>
          </a:p>
        </p:txBody>
      </p:sp>
      <p:sp>
        <p:nvSpPr>
          <p:cNvPr id="12" name="Picture Placeholder 2"/>
          <p:cNvSpPr>
            <a:spLocks noGrp="1"/>
          </p:cNvSpPr>
          <p:nvPr>
            <p:ph type="pic" sz="quarter" idx="12" hasCustomPrompt="1"/>
          </p:nvPr>
        </p:nvSpPr>
        <p:spPr>
          <a:xfrm>
            <a:off x="1009879" y="441553"/>
            <a:ext cx="8127173" cy="3581336"/>
          </a:xfrm>
          <a:solidFill>
            <a:schemeClr val="bg2"/>
          </a:solidFill>
        </p:spPr>
        <p:txBody>
          <a:bodyPr/>
          <a:lstStyle>
            <a:lvl1pPr>
              <a:defRPr b="0" baseline="0"/>
            </a:lvl1pPr>
          </a:lstStyle>
          <a:p>
            <a:r>
              <a:rPr lang="en-US" dirty="0"/>
              <a:t>Click icon to add picture                                                                                                              Go to brand.fedex.com and search “PowerPoint images” for image options</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13" name="Title Placeholder 1"/>
          <p:cNvSpPr>
            <a:spLocks noGrp="1"/>
          </p:cNvSpPr>
          <p:nvPr>
            <p:ph type="title"/>
          </p:nvPr>
        </p:nvSpPr>
        <p:spPr>
          <a:xfrm>
            <a:off x="976497" y="268112"/>
            <a:ext cx="7250282" cy="917222"/>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15" name="Content Placeholder 10"/>
          <p:cNvSpPr>
            <a:spLocks noGrp="1"/>
          </p:cNvSpPr>
          <p:nvPr>
            <p:ph sz="quarter" idx="15"/>
          </p:nvPr>
        </p:nvSpPr>
        <p:spPr>
          <a:xfrm>
            <a:off x="977899" y="1185863"/>
            <a:ext cx="7262813" cy="4119562"/>
          </a:xfrm>
        </p:spPr>
        <p:txBody>
          <a:bodyPr/>
          <a:lstStyle>
            <a:lvl1pPr marL="0" indent="0">
              <a:spcBef>
                <a:spcPts val="1200"/>
              </a:spcBef>
              <a:defRPr/>
            </a:lvl1pPr>
            <a:lvl2pPr>
              <a:spcBef>
                <a:spcPts val="600"/>
              </a:spcBef>
              <a:defRPr baseline="0"/>
            </a:lvl2pPr>
            <a:lvl3pPr marL="438912">
              <a:defRPr/>
            </a:lvl3pPr>
            <a:lvl4pPr marL="649224">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Date Placeholder 6"/>
          <p:cNvSpPr>
            <a:spLocks noGrp="1"/>
          </p:cNvSpPr>
          <p:nvPr>
            <p:ph type="dt" sz="half" idx="16"/>
          </p:nvPr>
        </p:nvSpPr>
        <p:spPr/>
        <p:txBody>
          <a:bodyPr/>
          <a:lstStyle/>
          <a:p>
            <a:pPr>
              <a:defRPr/>
            </a:pPr>
            <a:fld id="{CBDE785E-5941-4EC8-B2EC-F797675B73B8}" type="datetime3">
              <a:rPr lang="en-US" smtClean="0"/>
              <a:pPr>
                <a:defRPr/>
              </a:pPr>
              <a:t>13 January 2021</a:t>
            </a:fld>
            <a:endParaRPr lang="en-US"/>
          </a:p>
        </p:txBody>
      </p:sp>
      <p:sp>
        <p:nvSpPr>
          <p:cNvPr id="8" name="Slide Number Placeholder 7"/>
          <p:cNvSpPr>
            <a:spLocks noGrp="1"/>
          </p:cNvSpPr>
          <p:nvPr>
            <p:ph type="sldNum" sz="quarter" idx="17"/>
          </p:nvPr>
        </p:nvSpPr>
        <p:spPr/>
        <p:txBody>
          <a:bodyPr/>
          <a:lstStyle/>
          <a:p>
            <a:pPr>
              <a:defRPr/>
            </a:pPr>
            <a:fld id="{583AEE58-AB03-4533-B7B8-63113034422E}" type="slidenum">
              <a:rPr lang="en-US" smtClean="0"/>
              <a:pPr>
                <a:defRPr/>
              </a:pPr>
              <a:t>‹#›</a:t>
            </a:fld>
            <a:endParaRPr lang="en-US"/>
          </a:p>
        </p:txBody>
      </p:sp>
      <p:sp>
        <p:nvSpPr>
          <p:cNvPr id="9" name="Footer Placeholder 8"/>
          <p:cNvSpPr>
            <a:spLocks noGrp="1"/>
          </p:cNvSpPr>
          <p:nvPr>
            <p:ph type="ftr" sz="quarter" idx="18"/>
          </p:nvPr>
        </p:nvSpPr>
        <p:spPr/>
        <p:txBody>
          <a:bodyPr/>
          <a:lstStyle/>
          <a:p>
            <a:pPr>
              <a:defRPr/>
            </a:pPr>
            <a:r>
              <a:rPr lang="en-US"/>
              <a:t>Title  │  Draft/Version#  │  Author/Department</a:t>
            </a:r>
            <a:endParaRPr lang="en-US" dirty="0"/>
          </a:p>
        </p:txBody>
      </p:sp>
    </p:spTree>
    <p:extLst>
      <p:ext uri="{BB962C8B-B14F-4D97-AF65-F5344CB8AC3E}">
        <p14:creationId xmlns:p14="http://schemas.microsoft.com/office/powerpoint/2010/main" val="193510836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Column - No Logo">
    <p:spTree>
      <p:nvGrpSpPr>
        <p:cNvPr id="1" name=""/>
        <p:cNvGrpSpPr/>
        <p:nvPr/>
      </p:nvGrpSpPr>
      <p:grpSpPr>
        <a:xfrm>
          <a:off x="0" y="0"/>
          <a:ext cx="0" cy="0"/>
          <a:chOff x="0" y="0"/>
          <a:chExt cx="0" cy="0"/>
        </a:xfrm>
      </p:grpSpPr>
      <p:sp>
        <p:nvSpPr>
          <p:cNvPr id="13" name="Title Placeholder 1"/>
          <p:cNvSpPr>
            <a:spLocks noGrp="1"/>
          </p:cNvSpPr>
          <p:nvPr>
            <p:ph type="title"/>
          </p:nvPr>
        </p:nvSpPr>
        <p:spPr>
          <a:xfrm>
            <a:off x="976497" y="268112"/>
            <a:ext cx="7250282" cy="917222"/>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15" name="Content Placeholder 10"/>
          <p:cNvSpPr>
            <a:spLocks noGrp="1"/>
          </p:cNvSpPr>
          <p:nvPr>
            <p:ph sz="quarter" idx="15"/>
          </p:nvPr>
        </p:nvSpPr>
        <p:spPr>
          <a:xfrm>
            <a:off x="977899" y="1185863"/>
            <a:ext cx="7262813" cy="4119562"/>
          </a:xfrm>
        </p:spPr>
        <p:txBody>
          <a:bodyPr/>
          <a:lstStyle>
            <a:lvl1pPr marL="0" indent="0">
              <a:spcBef>
                <a:spcPts val="1200"/>
              </a:spcBef>
              <a:defRPr/>
            </a:lvl1pPr>
            <a:lvl2pPr>
              <a:spcBef>
                <a:spcPts val="600"/>
              </a:spcBef>
              <a:defRPr baseline="0"/>
            </a:lvl2pPr>
            <a:lvl3pPr marL="438912">
              <a:defRPr/>
            </a:lvl3pPr>
            <a:lvl4pPr marL="649224">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Date Placeholder 6"/>
          <p:cNvSpPr>
            <a:spLocks noGrp="1"/>
          </p:cNvSpPr>
          <p:nvPr>
            <p:ph type="dt" sz="half" idx="16"/>
          </p:nvPr>
        </p:nvSpPr>
        <p:spPr/>
        <p:txBody>
          <a:bodyPr/>
          <a:lstStyle/>
          <a:p>
            <a:pPr>
              <a:defRPr/>
            </a:pPr>
            <a:fld id="{CBDE785E-5941-4EC8-B2EC-F797675B73B8}" type="datetime3">
              <a:rPr lang="en-US" smtClean="0"/>
              <a:pPr>
                <a:defRPr/>
              </a:pPr>
              <a:t>13 January 2021</a:t>
            </a:fld>
            <a:endParaRPr lang="en-US"/>
          </a:p>
        </p:txBody>
      </p:sp>
      <p:sp>
        <p:nvSpPr>
          <p:cNvPr id="8" name="Slide Number Placeholder 7"/>
          <p:cNvSpPr>
            <a:spLocks noGrp="1"/>
          </p:cNvSpPr>
          <p:nvPr>
            <p:ph type="sldNum" sz="quarter" idx="17"/>
          </p:nvPr>
        </p:nvSpPr>
        <p:spPr/>
        <p:txBody>
          <a:bodyPr/>
          <a:lstStyle/>
          <a:p>
            <a:pPr>
              <a:defRPr/>
            </a:pPr>
            <a:fld id="{583AEE58-AB03-4533-B7B8-63113034422E}" type="slidenum">
              <a:rPr lang="en-US" smtClean="0"/>
              <a:pPr>
                <a:defRPr/>
              </a:pPr>
              <a:t>‹#›</a:t>
            </a:fld>
            <a:endParaRPr lang="en-US"/>
          </a:p>
        </p:txBody>
      </p:sp>
      <p:sp>
        <p:nvSpPr>
          <p:cNvPr id="9" name="Footer Placeholder 8"/>
          <p:cNvSpPr>
            <a:spLocks noGrp="1"/>
          </p:cNvSpPr>
          <p:nvPr>
            <p:ph type="ftr" sz="quarter" idx="18"/>
          </p:nvPr>
        </p:nvSpPr>
        <p:spPr/>
        <p:txBody>
          <a:bodyPr/>
          <a:lstStyle/>
          <a:p>
            <a:pPr>
              <a:defRPr/>
            </a:pPr>
            <a:r>
              <a:rPr lang="en-US"/>
              <a:t>Title  │  Draft/Version#  │  Author/Department</a:t>
            </a:r>
            <a:endParaRPr lang="en-US" dirty="0"/>
          </a:p>
        </p:txBody>
      </p:sp>
      <p:sp>
        <p:nvSpPr>
          <p:cNvPr id="10" name="Rectangle 9"/>
          <p:cNvSpPr/>
          <p:nvPr userDrawn="1"/>
        </p:nvSpPr>
        <p:spPr>
          <a:xfrm>
            <a:off x="107204" y="5940446"/>
            <a:ext cx="1620695" cy="819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707198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976496" y="268112"/>
            <a:ext cx="7253103" cy="917222"/>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18" name="Content Placeholder 10"/>
          <p:cNvSpPr>
            <a:spLocks noGrp="1"/>
          </p:cNvSpPr>
          <p:nvPr>
            <p:ph sz="quarter" idx="16"/>
          </p:nvPr>
        </p:nvSpPr>
        <p:spPr>
          <a:xfrm>
            <a:off x="973667" y="1540365"/>
            <a:ext cx="3429000" cy="3765059"/>
          </a:xfrm>
        </p:spPr>
        <p:txBody>
          <a:bodyPr/>
          <a:lstStyle>
            <a:lvl2pPr>
              <a:defRPr/>
            </a:lvl2pPr>
            <a:lvl3pPr marL="438912">
              <a:defRPr/>
            </a:lvl3pPr>
            <a:lvl4pPr marL="649224">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10"/>
          <p:cNvSpPr>
            <a:spLocks noGrp="1"/>
          </p:cNvSpPr>
          <p:nvPr>
            <p:ph sz="quarter" idx="17"/>
          </p:nvPr>
        </p:nvSpPr>
        <p:spPr>
          <a:xfrm>
            <a:off x="4800600" y="1540365"/>
            <a:ext cx="3429000" cy="3762237"/>
          </a:xfrm>
        </p:spPr>
        <p:txBody>
          <a:bodyPr/>
          <a:lstStyle>
            <a:lvl2pPr>
              <a:defRPr/>
            </a:lvl2pPr>
            <a:lvl3pPr marL="438912">
              <a:defRPr/>
            </a:lvl3pPr>
            <a:lvl4pPr marL="649224">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Date Placeholder 7"/>
          <p:cNvSpPr>
            <a:spLocks noGrp="1"/>
          </p:cNvSpPr>
          <p:nvPr>
            <p:ph type="dt" sz="half" idx="18"/>
          </p:nvPr>
        </p:nvSpPr>
        <p:spPr/>
        <p:txBody>
          <a:bodyPr/>
          <a:lstStyle/>
          <a:p>
            <a:pPr>
              <a:defRPr/>
            </a:pPr>
            <a:fld id="{CBDE785E-5941-4EC8-B2EC-F797675B73B8}" type="datetime3">
              <a:rPr lang="en-US" smtClean="0"/>
              <a:pPr>
                <a:defRPr/>
              </a:pPr>
              <a:t>13 January 2021</a:t>
            </a:fld>
            <a:endParaRPr lang="en-US"/>
          </a:p>
        </p:txBody>
      </p:sp>
      <p:sp>
        <p:nvSpPr>
          <p:cNvPr id="9" name="Slide Number Placeholder 8"/>
          <p:cNvSpPr>
            <a:spLocks noGrp="1"/>
          </p:cNvSpPr>
          <p:nvPr>
            <p:ph type="sldNum" sz="quarter" idx="19"/>
          </p:nvPr>
        </p:nvSpPr>
        <p:spPr/>
        <p:txBody>
          <a:bodyPr/>
          <a:lstStyle/>
          <a:p>
            <a:pPr>
              <a:defRPr/>
            </a:pPr>
            <a:fld id="{583AEE58-AB03-4533-B7B8-63113034422E}" type="slidenum">
              <a:rPr lang="en-US" smtClean="0"/>
              <a:pPr>
                <a:defRPr/>
              </a:pPr>
              <a:t>‹#›</a:t>
            </a:fld>
            <a:endParaRPr lang="en-US"/>
          </a:p>
        </p:txBody>
      </p:sp>
      <p:sp>
        <p:nvSpPr>
          <p:cNvPr id="10" name="Footer Placeholder 9"/>
          <p:cNvSpPr>
            <a:spLocks noGrp="1"/>
          </p:cNvSpPr>
          <p:nvPr>
            <p:ph type="ftr" sz="quarter" idx="20"/>
          </p:nvPr>
        </p:nvSpPr>
        <p:spPr/>
        <p:txBody>
          <a:bodyPr/>
          <a:lstStyle/>
          <a:p>
            <a:pPr>
              <a:defRPr/>
            </a:pPr>
            <a:r>
              <a:rPr lang="en-US"/>
              <a:t>Title  │  Draft/Version#  │  Author/Department</a:t>
            </a:r>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Column with Header">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976497" y="268112"/>
            <a:ext cx="7253103" cy="917222"/>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18" name="Content Placeholder 10"/>
          <p:cNvSpPr>
            <a:spLocks noGrp="1"/>
          </p:cNvSpPr>
          <p:nvPr>
            <p:ph sz="quarter" idx="16"/>
          </p:nvPr>
        </p:nvSpPr>
        <p:spPr>
          <a:xfrm>
            <a:off x="973667" y="1539875"/>
            <a:ext cx="3429000" cy="3762375"/>
          </a:xfrm>
        </p:spPr>
        <p:txBody>
          <a:bodyPr/>
          <a:lstStyle>
            <a:lvl1pPr marL="0" marR="0" indent="0" algn="l" defTabSz="914400" rtl="0" eaLnBrk="1" fontAlgn="base" latinLnBrk="0" hangingPunct="1">
              <a:lnSpc>
                <a:spcPct val="100000"/>
              </a:lnSpc>
              <a:spcBef>
                <a:spcPts val="1200"/>
              </a:spcBef>
              <a:spcAft>
                <a:spcPct val="0"/>
              </a:spcAft>
              <a:buClrTx/>
              <a:buSzPct val="90000"/>
              <a:buFont typeface="Arial" pitchFamily="34" charset="0"/>
              <a:buNone/>
              <a:tabLst/>
              <a:defRPr/>
            </a:lvl1pPr>
            <a:lvl2pPr>
              <a:defRPr/>
            </a:lvl2pPr>
            <a:lvl3pPr marL="438912">
              <a:defRPr/>
            </a:lvl3pPr>
            <a:lvl4pPr marL="649224">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10"/>
          <p:cNvSpPr>
            <a:spLocks noGrp="1"/>
          </p:cNvSpPr>
          <p:nvPr>
            <p:ph sz="quarter" idx="17"/>
          </p:nvPr>
        </p:nvSpPr>
        <p:spPr>
          <a:xfrm>
            <a:off x="4800600" y="1540365"/>
            <a:ext cx="3429000" cy="3762237"/>
          </a:xfrm>
        </p:spPr>
        <p:txBody>
          <a:bodyPr/>
          <a:lstStyle>
            <a:lvl2pPr>
              <a:defRPr/>
            </a:lvl2pPr>
            <a:lvl3pPr marL="438912">
              <a:defRPr/>
            </a:lvl3pPr>
            <a:lvl4pPr marL="649224">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Date Placeholder 7"/>
          <p:cNvSpPr>
            <a:spLocks noGrp="1"/>
          </p:cNvSpPr>
          <p:nvPr>
            <p:ph type="dt" sz="half" idx="18"/>
          </p:nvPr>
        </p:nvSpPr>
        <p:spPr/>
        <p:txBody>
          <a:bodyPr/>
          <a:lstStyle/>
          <a:p>
            <a:pPr>
              <a:defRPr/>
            </a:pPr>
            <a:fld id="{CBDE785E-5941-4EC8-B2EC-F797675B73B8}" type="datetime3">
              <a:rPr lang="en-US" smtClean="0"/>
              <a:pPr>
                <a:defRPr/>
              </a:pPr>
              <a:t>13 January 2021</a:t>
            </a:fld>
            <a:endParaRPr lang="en-US"/>
          </a:p>
        </p:txBody>
      </p:sp>
      <p:sp>
        <p:nvSpPr>
          <p:cNvPr id="9" name="Slide Number Placeholder 8"/>
          <p:cNvSpPr>
            <a:spLocks noGrp="1"/>
          </p:cNvSpPr>
          <p:nvPr>
            <p:ph type="sldNum" sz="quarter" idx="19"/>
          </p:nvPr>
        </p:nvSpPr>
        <p:spPr/>
        <p:txBody>
          <a:bodyPr/>
          <a:lstStyle/>
          <a:p>
            <a:pPr>
              <a:defRPr/>
            </a:pPr>
            <a:fld id="{583AEE58-AB03-4533-B7B8-63113034422E}" type="slidenum">
              <a:rPr lang="en-US" smtClean="0"/>
              <a:pPr>
                <a:defRPr/>
              </a:pPr>
              <a:t>‹#›</a:t>
            </a:fld>
            <a:endParaRPr lang="en-US"/>
          </a:p>
        </p:txBody>
      </p:sp>
      <p:sp>
        <p:nvSpPr>
          <p:cNvPr id="10" name="Footer Placeholder 9"/>
          <p:cNvSpPr>
            <a:spLocks noGrp="1"/>
          </p:cNvSpPr>
          <p:nvPr>
            <p:ph type="ftr" sz="quarter" idx="20"/>
          </p:nvPr>
        </p:nvSpPr>
        <p:spPr/>
        <p:txBody>
          <a:bodyPr/>
          <a:lstStyle/>
          <a:p>
            <a:pPr>
              <a:defRPr/>
            </a:pPr>
            <a:r>
              <a:rPr lang="en-US"/>
              <a:t>Title  │  Draft/Version#  │  Author/Department</a:t>
            </a:r>
            <a:endParaRPr lang="en-US" dirty="0"/>
          </a:p>
        </p:txBody>
      </p:sp>
      <p:sp>
        <p:nvSpPr>
          <p:cNvPr id="12" name="Text Placeholder 8"/>
          <p:cNvSpPr>
            <a:spLocks noGrp="1"/>
          </p:cNvSpPr>
          <p:nvPr>
            <p:ph type="body" sz="quarter" idx="21"/>
          </p:nvPr>
        </p:nvSpPr>
        <p:spPr>
          <a:xfrm>
            <a:off x="973667" y="1187232"/>
            <a:ext cx="3429000" cy="354013"/>
          </a:xfrm>
        </p:spPr>
        <p:txBody>
          <a:bodyPr/>
          <a:lstStyle>
            <a:lvl1pPr>
              <a:defRPr sz="2200" b="0">
                <a:solidFill>
                  <a:srgbClr val="4D148C"/>
                </a:solidFill>
              </a:defRPr>
            </a:lvl1pPr>
          </a:lstStyle>
          <a:p>
            <a:pPr lvl="0"/>
            <a:r>
              <a:rPr lang="en-US"/>
              <a:t>Click to edit Master text styles</a:t>
            </a:r>
          </a:p>
        </p:txBody>
      </p:sp>
      <p:sp>
        <p:nvSpPr>
          <p:cNvPr id="13" name="Text Placeholder 8"/>
          <p:cNvSpPr>
            <a:spLocks noGrp="1"/>
          </p:cNvSpPr>
          <p:nvPr>
            <p:ph type="body" sz="quarter" idx="22"/>
          </p:nvPr>
        </p:nvSpPr>
        <p:spPr>
          <a:xfrm>
            <a:off x="4800600" y="1186123"/>
            <a:ext cx="3429000" cy="354013"/>
          </a:xfrm>
        </p:spPr>
        <p:txBody>
          <a:bodyPr/>
          <a:lstStyle>
            <a:lvl1pPr>
              <a:defRPr sz="2200" b="0">
                <a:solidFill>
                  <a:srgbClr val="4D148C"/>
                </a:solidFill>
              </a:defRPr>
            </a:lvl1pPr>
          </a:lstStyle>
          <a:p>
            <a:pPr lvl="0"/>
            <a:r>
              <a:rPr lang="en-US"/>
              <a:t>Click to edit Master text styles</a:t>
            </a:r>
          </a:p>
        </p:txBody>
      </p:sp>
    </p:spTree>
    <p:extLst>
      <p:ext uri="{BB962C8B-B14F-4D97-AF65-F5344CB8AC3E}">
        <p14:creationId xmlns:p14="http://schemas.microsoft.com/office/powerpoint/2010/main" val="51262258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Rectangle 9"/>
          <p:cNvSpPr/>
          <p:nvPr userDrawn="1"/>
        </p:nvSpPr>
        <p:spPr>
          <a:xfrm>
            <a:off x="152400" y="5867400"/>
            <a:ext cx="16002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sp>
        <p:nvSpPr>
          <p:cNvPr id="8" name="Title 1"/>
          <p:cNvSpPr>
            <a:spLocks noGrp="1"/>
          </p:cNvSpPr>
          <p:nvPr>
            <p:ph type="title"/>
          </p:nvPr>
        </p:nvSpPr>
        <p:spPr>
          <a:xfrm>
            <a:off x="976313" y="268288"/>
            <a:ext cx="7250112" cy="917575"/>
          </a:xfrm>
        </p:spPr>
        <p:txBody>
          <a:bodyPr/>
          <a:lstStyle>
            <a:lvl1pPr>
              <a:defRPr b="0" baseline="0">
                <a:solidFill>
                  <a:srgbClr val="4D148C"/>
                </a:solidFill>
              </a:defRPr>
            </a:lvl1pPr>
          </a:lstStyle>
          <a:p>
            <a:r>
              <a:rPr lang="en-US"/>
              <a:t>Click to edit Master title style</a:t>
            </a:r>
            <a:endParaRPr lang="en-US" dirty="0"/>
          </a:p>
        </p:txBody>
      </p:sp>
    </p:spTree>
    <p:extLst>
      <p:ext uri="{BB962C8B-B14F-4D97-AF65-F5344CB8AC3E}">
        <p14:creationId xmlns:p14="http://schemas.microsoft.com/office/powerpoint/2010/main" val="18036662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974726" y="268288"/>
            <a:ext cx="7251700" cy="9175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977901" y="1185863"/>
            <a:ext cx="7253287" cy="4119562"/>
          </a:xfrm>
          <a:prstGeom prst="rect">
            <a:avLst/>
          </a:prstGeom>
          <a:noFill/>
          <a:ln w="9525">
            <a:noFill/>
            <a:miter lim="800000"/>
            <a:headEnd/>
            <a:tailEnd/>
          </a:ln>
        </p:spPr>
        <p:txBody>
          <a:bodyPr vert="horz" wrap="square" lIns="0" tIns="0" rIns="9144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13"/>
          <p:cNvSpPr>
            <a:spLocks noGrp="1"/>
          </p:cNvSpPr>
          <p:nvPr>
            <p:ph type="ftr" sz="quarter" idx="3"/>
          </p:nvPr>
        </p:nvSpPr>
        <p:spPr>
          <a:xfrm>
            <a:off x="1877698" y="6050718"/>
            <a:ext cx="5014837" cy="45720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lnSpc>
                <a:spcPct val="150000"/>
              </a:lnSpc>
              <a:spcBef>
                <a:spcPts val="0"/>
              </a:spcBef>
              <a:defRPr kumimoji="0" lang="en-US" sz="1100" b="0" i="0" u="none" strike="noStrike" kern="1200" cap="none" spc="0" normalizeH="0" baseline="0" noProof="0">
                <a:ln>
                  <a:noFill/>
                </a:ln>
                <a:solidFill>
                  <a:srgbClr val="ADAFB2"/>
                </a:solidFill>
                <a:effectLst/>
                <a:uLnTx/>
                <a:uFillTx/>
                <a:latin typeface="FedEx Sans" panose="020B0603020203020204" pitchFamily="34" charset="0"/>
                <a:ea typeface="FedEx Sans" panose="020B0603020203020204" pitchFamily="34" charset="0"/>
                <a:cs typeface="FedEx Sans" panose="020B0603020203020204" pitchFamily="34" charset="0"/>
              </a:defRPr>
            </a:lvl1pPr>
          </a:lstStyle>
          <a:p>
            <a:pPr>
              <a:defRPr/>
            </a:pPr>
            <a:r>
              <a:rPr lang="en-US" dirty="0"/>
              <a:t>Title  │  Draft/Version#  │  Author/Department</a:t>
            </a:r>
            <a:endParaRPr lang="en-US" dirty="0">
              <a:latin typeface="FedEx Sans" panose="020B0603020203020204" pitchFamily="34" charset="0"/>
              <a:ea typeface="FedEx Sans" panose="020B0603020203020204" pitchFamily="34" charset="0"/>
              <a:cs typeface="FedEx Sans" panose="020B0603020203020204" pitchFamily="34" charset="0"/>
            </a:endParaRPr>
          </a:p>
        </p:txBody>
      </p:sp>
      <p:sp>
        <p:nvSpPr>
          <p:cNvPr id="20" name="Date Placeholder 24"/>
          <p:cNvSpPr>
            <a:spLocks noGrp="1"/>
          </p:cNvSpPr>
          <p:nvPr>
            <p:ph type="dt" sz="half" idx="2"/>
          </p:nvPr>
        </p:nvSpPr>
        <p:spPr>
          <a:xfrm>
            <a:off x="6902230" y="6050718"/>
            <a:ext cx="1324195" cy="45720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lnSpc>
                <a:spcPct val="150000"/>
              </a:lnSpc>
              <a:defRPr sz="1100" smtClean="0">
                <a:solidFill>
                  <a:srgbClr val="ADAFB2"/>
                </a:solidFill>
                <a:latin typeface="FedEx Sans" panose="020B0603020203020204" pitchFamily="34" charset="0"/>
                <a:ea typeface="FedEx Sans" panose="020B0603020203020204" pitchFamily="34" charset="0"/>
                <a:cs typeface="FedEx Sans" panose="020B0603020203020204" pitchFamily="34" charset="0"/>
              </a:defRPr>
            </a:lvl1pPr>
          </a:lstStyle>
          <a:p>
            <a:pPr>
              <a:defRPr/>
            </a:pPr>
            <a:fld id="{CBDE785E-5941-4EC8-B2EC-F797675B73B8}" type="datetime3">
              <a:rPr lang="en-US" smtClean="0"/>
              <a:pPr>
                <a:defRPr/>
              </a:pPr>
              <a:t>13 January 2021</a:t>
            </a:fld>
            <a:endParaRPr lang="en-US" dirty="0">
              <a:latin typeface="FedEx Sans" panose="020B0603020203020204" pitchFamily="34" charset="0"/>
              <a:ea typeface="FedEx Sans" panose="020B0603020203020204" pitchFamily="34" charset="0"/>
              <a:cs typeface="FedEx Sans" panose="020B0603020203020204" pitchFamily="34" charset="0"/>
            </a:endParaRPr>
          </a:p>
        </p:txBody>
      </p:sp>
      <p:sp>
        <p:nvSpPr>
          <p:cNvPr id="21" name="Slide Number Placeholder 16"/>
          <p:cNvSpPr>
            <a:spLocks noGrp="1"/>
          </p:cNvSpPr>
          <p:nvPr>
            <p:ph type="sldNum" sz="quarter" idx="4"/>
          </p:nvPr>
        </p:nvSpPr>
        <p:spPr>
          <a:xfrm>
            <a:off x="8553450" y="6305228"/>
            <a:ext cx="274638" cy="182562"/>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sz="1400" smtClean="0">
                <a:solidFill>
                  <a:srgbClr val="ADAFB2"/>
                </a:solidFill>
                <a:latin typeface="FedEx Sans" panose="020B0603020203020204" pitchFamily="34" charset="0"/>
                <a:ea typeface="FedEx Sans" panose="020B0603020203020204" pitchFamily="34" charset="0"/>
                <a:cs typeface="FedEx Sans" panose="020B0603020203020204" pitchFamily="34" charset="0"/>
              </a:defRPr>
            </a:lvl1pPr>
          </a:lstStyle>
          <a:p>
            <a:pPr>
              <a:defRPr/>
            </a:pPr>
            <a:fld id="{583AEE58-AB03-4533-B7B8-63113034422E}" type="slidenum">
              <a:rPr lang="en-US" smtClean="0"/>
              <a:pPr>
                <a:defRPr/>
              </a:pPr>
              <a:t>‹#›</a:t>
            </a:fld>
            <a:endParaRPr lang="en-US" dirty="0">
              <a:latin typeface="FedEx Sans" panose="020B0603020203020204" pitchFamily="34" charset="0"/>
              <a:ea typeface="FedEx Sans" panose="020B0603020203020204" pitchFamily="34" charset="0"/>
              <a:cs typeface="FedEx Sans" panose="020B0603020203020204" pitchFamily="34" charset="0"/>
            </a:endParaRPr>
          </a:p>
        </p:txBody>
      </p:sp>
    </p:spTree>
  </p:cSld>
  <p:clrMap bg1="lt1" tx1="dk1" bg2="lt2" tx2="dk2" accent1="accent1" accent2="accent2" accent3="accent3" accent4="accent4" accent5="accent5" accent6="accent6" hlink="hlink" folHlink="folHlink"/>
  <p:sldLayoutIdLst>
    <p:sldLayoutId id="2147483896" r:id="rId1"/>
    <p:sldLayoutId id="2147483900" r:id="rId2"/>
    <p:sldLayoutId id="2147483905" r:id="rId3"/>
    <p:sldLayoutId id="2147483908" r:id="rId4"/>
    <p:sldLayoutId id="2147483892" r:id="rId5"/>
    <p:sldLayoutId id="2147483907" r:id="rId6"/>
    <p:sldLayoutId id="2147483894" r:id="rId7"/>
    <p:sldLayoutId id="2147483906" r:id="rId8"/>
  </p:sldLayoutIdLst>
  <p:transition/>
  <p:hf hdr="0"/>
  <p:txStyles>
    <p:titleStyle>
      <a:lvl1pPr algn="l" rtl="0" eaLnBrk="1" fontAlgn="base" hangingPunct="1">
        <a:lnSpc>
          <a:spcPct val="90000"/>
        </a:lnSpc>
        <a:spcBef>
          <a:spcPct val="0"/>
        </a:spcBef>
        <a:spcAft>
          <a:spcPct val="0"/>
        </a:spcAft>
        <a:defRPr lang="en-US" sz="3000" kern="1200" dirty="0">
          <a:solidFill>
            <a:srgbClr val="4D148C"/>
          </a:solidFill>
          <a:latin typeface="FedEx Sans" panose="020B0603020203020204" pitchFamily="34" charset="0"/>
          <a:ea typeface="FedEx Sans" panose="020B0603020203020204" pitchFamily="34" charset="0"/>
          <a:cs typeface="FedEx Sans" panose="020B0603020203020204" pitchFamily="34" charset="0"/>
        </a:defRPr>
      </a:lvl1pPr>
      <a:lvl2pPr algn="l" rtl="0" eaLnBrk="1" fontAlgn="base" hangingPunct="1">
        <a:lnSpc>
          <a:spcPct val="90000"/>
        </a:lnSpc>
        <a:spcBef>
          <a:spcPct val="0"/>
        </a:spcBef>
        <a:spcAft>
          <a:spcPct val="0"/>
        </a:spcAft>
        <a:defRPr sz="3000">
          <a:solidFill>
            <a:schemeClr val="tx2"/>
          </a:solidFill>
          <a:latin typeface="Arial" pitchFamily="34" charset="0"/>
          <a:ea typeface="ＭＳ Ｐゴシック" pitchFamily="34" charset="-128"/>
        </a:defRPr>
      </a:lvl2pPr>
      <a:lvl3pPr algn="l" rtl="0" eaLnBrk="1" fontAlgn="base" hangingPunct="1">
        <a:lnSpc>
          <a:spcPct val="90000"/>
        </a:lnSpc>
        <a:spcBef>
          <a:spcPct val="0"/>
        </a:spcBef>
        <a:spcAft>
          <a:spcPct val="0"/>
        </a:spcAft>
        <a:defRPr sz="3000">
          <a:solidFill>
            <a:schemeClr val="tx2"/>
          </a:solidFill>
          <a:latin typeface="Arial" pitchFamily="34" charset="0"/>
          <a:ea typeface="ＭＳ Ｐゴシック" pitchFamily="34" charset="-128"/>
        </a:defRPr>
      </a:lvl3pPr>
      <a:lvl4pPr algn="l" rtl="0" eaLnBrk="1" fontAlgn="base" hangingPunct="1">
        <a:lnSpc>
          <a:spcPct val="90000"/>
        </a:lnSpc>
        <a:spcBef>
          <a:spcPct val="0"/>
        </a:spcBef>
        <a:spcAft>
          <a:spcPct val="0"/>
        </a:spcAft>
        <a:defRPr sz="3000">
          <a:solidFill>
            <a:schemeClr val="tx2"/>
          </a:solidFill>
          <a:latin typeface="Arial" pitchFamily="34" charset="0"/>
          <a:ea typeface="ＭＳ Ｐゴシック" pitchFamily="34" charset="-128"/>
        </a:defRPr>
      </a:lvl4pPr>
      <a:lvl5pPr algn="l" rtl="0" eaLnBrk="1" fontAlgn="base" hangingPunct="1">
        <a:lnSpc>
          <a:spcPct val="90000"/>
        </a:lnSpc>
        <a:spcBef>
          <a:spcPct val="0"/>
        </a:spcBef>
        <a:spcAft>
          <a:spcPct val="0"/>
        </a:spcAft>
        <a:defRPr sz="3000">
          <a:solidFill>
            <a:schemeClr val="tx2"/>
          </a:solidFill>
          <a:latin typeface="Arial" pitchFamily="34" charset="0"/>
          <a:ea typeface="ＭＳ Ｐゴシック" pitchFamily="34" charset="-128"/>
        </a:defRPr>
      </a:lvl5pPr>
      <a:lvl6pPr marL="457200" algn="l" rtl="0" eaLnBrk="1" fontAlgn="base" hangingPunct="1">
        <a:lnSpc>
          <a:spcPct val="90000"/>
        </a:lnSpc>
        <a:spcBef>
          <a:spcPct val="0"/>
        </a:spcBef>
        <a:spcAft>
          <a:spcPct val="0"/>
        </a:spcAft>
        <a:defRPr sz="3000">
          <a:solidFill>
            <a:schemeClr val="tx2"/>
          </a:solidFill>
          <a:latin typeface="Arial" pitchFamily="34" charset="0"/>
          <a:ea typeface="ＭＳ Ｐゴシック" pitchFamily="34" charset="-128"/>
        </a:defRPr>
      </a:lvl6pPr>
      <a:lvl7pPr marL="914400" algn="l" rtl="0" eaLnBrk="1" fontAlgn="base" hangingPunct="1">
        <a:lnSpc>
          <a:spcPct val="90000"/>
        </a:lnSpc>
        <a:spcBef>
          <a:spcPct val="0"/>
        </a:spcBef>
        <a:spcAft>
          <a:spcPct val="0"/>
        </a:spcAft>
        <a:defRPr sz="3000">
          <a:solidFill>
            <a:schemeClr val="tx2"/>
          </a:solidFill>
          <a:latin typeface="Arial" pitchFamily="34" charset="0"/>
          <a:ea typeface="ＭＳ Ｐゴシック" pitchFamily="34" charset="-128"/>
        </a:defRPr>
      </a:lvl7pPr>
      <a:lvl8pPr marL="1371600" algn="l" rtl="0" eaLnBrk="1" fontAlgn="base" hangingPunct="1">
        <a:lnSpc>
          <a:spcPct val="90000"/>
        </a:lnSpc>
        <a:spcBef>
          <a:spcPct val="0"/>
        </a:spcBef>
        <a:spcAft>
          <a:spcPct val="0"/>
        </a:spcAft>
        <a:defRPr sz="3000">
          <a:solidFill>
            <a:schemeClr val="tx2"/>
          </a:solidFill>
          <a:latin typeface="Arial" pitchFamily="34" charset="0"/>
          <a:ea typeface="ＭＳ Ｐゴシック" pitchFamily="34" charset="-128"/>
        </a:defRPr>
      </a:lvl8pPr>
      <a:lvl9pPr marL="1828800" algn="l" rtl="0" eaLnBrk="1" fontAlgn="base" hangingPunct="1">
        <a:lnSpc>
          <a:spcPct val="90000"/>
        </a:lnSpc>
        <a:spcBef>
          <a:spcPct val="0"/>
        </a:spcBef>
        <a:spcAft>
          <a:spcPct val="0"/>
        </a:spcAft>
        <a:defRPr sz="3000">
          <a:solidFill>
            <a:schemeClr val="tx2"/>
          </a:solidFill>
          <a:latin typeface="Arial" pitchFamily="34" charset="0"/>
          <a:ea typeface="ＭＳ Ｐゴシック" pitchFamily="34" charset="-128"/>
        </a:defRPr>
      </a:lvl9pPr>
    </p:titleStyle>
    <p:bodyStyle>
      <a:lvl1pPr marL="0" indent="0" algn="l" rtl="0" eaLnBrk="1" fontAlgn="base" hangingPunct="1">
        <a:spcBef>
          <a:spcPts val="1200"/>
        </a:spcBef>
        <a:spcAft>
          <a:spcPct val="0"/>
        </a:spcAft>
        <a:buSzPct val="90000"/>
        <a:buFont typeface="Arial" pitchFamily="34" charset="0"/>
        <a:defRPr sz="2000" b="1"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210312" indent="-210312" algn="l" rtl="0" eaLnBrk="1" fontAlgn="base" hangingPunct="1">
        <a:spcBef>
          <a:spcPts val="600"/>
        </a:spcBef>
        <a:spcAft>
          <a:spcPct val="0"/>
        </a:spcAft>
        <a:buSzPct val="90000"/>
        <a:buFont typeface="Arial" pitchFamily="34" charset="0"/>
        <a:buChar char="•"/>
        <a:defRPr sz="180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438912" indent="-209550" algn="l" rtl="0" eaLnBrk="1" fontAlgn="base" hangingPunct="1">
        <a:spcBef>
          <a:spcPts val="600"/>
        </a:spcBef>
        <a:spcAft>
          <a:spcPct val="0"/>
        </a:spcAft>
        <a:buSzPct val="90000"/>
        <a:buFont typeface="Lucida Grande" charset="0"/>
        <a:buChar char="–"/>
        <a:defRPr sz="160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649224" indent="-209550" algn="l" rtl="0" eaLnBrk="1" fontAlgn="base" hangingPunct="1">
        <a:spcBef>
          <a:spcPts val="600"/>
        </a:spcBef>
        <a:spcAft>
          <a:spcPct val="0"/>
        </a:spcAft>
        <a:buSzPct val="64000"/>
        <a:buFont typeface="Courier New" pitchFamily="49" charset="0"/>
        <a:buChar char="o"/>
        <a:defRPr sz="160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859536" indent="-210312" algn="l" rtl="0" eaLnBrk="1" fontAlgn="base" hangingPunct="1">
        <a:spcBef>
          <a:spcPts val="600"/>
        </a:spcBef>
        <a:spcAft>
          <a:spcPct val="0"/>
        </a:spcAft>
        <a:buSzPct val="64000"/>
        <a:buFont typeface="Courier New" pitchFamily="49" charset="0"/>
        <a:buChar char="o"/>
        <a:defRPr sz="1600" kern="1200" baseline="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marL="1124712" indent="-210312" algn="l" defTabSz="914400" rtl="0" eaLnBrk="1" latinLnBrk="0" hangingPunct="1">
        <a:spcBef>
          <a:spcPct val="20000"/>
        </a:spcBef>
        <a:buSzPct val="64000"/>
        <a:buFont typeface="Courier New" pitchFamily="49" charset="0"/>
        <a:buChar char="o"/>
        <a:defRPr sz="1600" kern="1200" baseline="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9.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2259896" y="3323219"/>
            <a:ext cx="6370638" cy="1235723"/>
          </a:xfrm>
        </p:spPr>
        <p:txBody>
          <a:bodyPr/>
          <a:lstStyle/>
          <a:p>
            <a:r>
              <a:rPr lang="en-US" dirty="0">
                <a:latin typeface="FedEx Sans" panose="020B0603020203020204" pitchFamily="34" charset="0"/>
                <a:ea typeface="FedEx Sans" panose="020B0603020203020204" pitchFamily="34" charset="0"/>
                <a:cs typeface="FedEx Sans" panose="020B0603020203020204" pitchFamily="34" charset="0"/>
              </a:rPr>
              <a:t>Internal Email </a:t>
            </a:r>
            <a:br>
              <a:rPr lang="en-US" dirty="0">
                <a:latin typeface="FedEx Sans" panose="020B0603020203020204" pitchFamily="34" charset="0"/>
                <a:ea typeface="FedEx Sans" panose="020B0603020203020204" pitchFamily="34" charset="0"/>
                <a:cs typeface="FedEx Sans" panose="020B0603020203020204" pitchFamily="34" charset="0"/>
              </a:rPr>
            </a:br>
            <a:r>
              <a:rPr lang="en-US" dirty="0">
                <a:latin typeface="FedEx Sans" panose="020B0603020203020204" pitchFamily="34" charset="0"/>
                <a:ea typeface="FedEx Sans" panose="020B0603020203020204" pitchFamily="34" charset="0"/>
                <a:cs typeface="FedEx Sans" panose="020B0603020203020204" pitchFamily="34" charset="0"/>
              </a:rPr>
              <a:t>Masthead Templates </a:t>
            </a:r>
          </a:p>
        </p:txBody>
      </p:sp>
    </p:spTree>
    <p:extLst>
      <p:ext uri="{BB962C8B-B14F-4D97-AF65-F5344CB8AC3E}">
        <p14:creationId xmlns:p14="http://schemas.microsoft.com/office/powerpoint/2010/main" val="4017657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5262346" y="4083451"/>
            <a:ext cx="3562353" cy="25359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951486E-5931-8847-B83E-F92415F05589}"/>
              </a:ext>
            </a:extLst>
          </p:cNvPr>
          <p:cNvPicPr>
            <a:picLocks noChangeAspect="1"/>
          </p:cNvPicPr>
          <p:nvPr/>
        </p:nvPicPr>
        <p:blipFill>
          <a:blip r:embed="rId3"/>
          <a:stretch>
            <a:fillRect/>
          </a:stretch>
        </p:blipFill>
        <p:spPr>
          <a:xfrm>
            <a:off x="5650161" y="4110834"/>
            <a:ext cx="2786723" cy="2451211"/>
          </a:xfrm>
          <a:prstGeom prst="rect">
            <a:avLst/>
          </a:prstGeom>
        </p:spPr>
      </p:pic>
      <p:sp>
        <p:nvSpPr>
          <p:cNvPr id="18" name="Rectangle 17"/>
          <p:cNvSpPr/>
          <p:nvPr/>
        </p:nvSpPr>
        <p:spPr>
          <a:xfrm>
            <a:off x="5257966" y="1247773"/>
            <a:ext cx="3562353" cy="25359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C05946A-D9F0-A745-919C-3913BD9403A0}"/>
              </a:ext>
            </a:extLst>
          </p:cNvPr>
          <p:cNvPicPr>
            <a:picLocks noChangeAspect="1"/>
          </p:cNvPicPr>
          <p:nvPr/>
        </p:nvPicPr>
        <p:blipFill>
          <a:blip r:embed="rId4"/>
          <a:stretch>
            <a:fillRect/>
          </a:stretch>
        </p:blipFill>
        <p:spPr>
          <a:xfrm>
            <a:off x="5481747" y="1349881"/>
            <a:ext cx="3123550" cy="2331720"/>
          </a:xfrm>
          <a:prstGeom prst="rect">
            <a:avLst/>
          </a:prstGeom>
        </p:spPr>
      </p:pic>
      <p:sp>
        <p:nvSpPr>
          <p:cNvPr id="10" name="Title 10"/>
          <p:cNvSpPr>
            <a:spLocks noGrp="1"/>
          </p:cNvSpPr>
          <p:nvPr>
            <p:ph type="title"/>
          </p:nvPr>
        </p:nvSpPr>
        <p:spPr>
          <a:xfrm>
            <a:off x="976313" y="366262"/>
            <a:ext cx="7754030" cy="917575"/>
          </a:xfrm>
        </p:spPr>
        <p:txBody>
          <a:bodyPr/>
          <a:lstStyle/>
          <a:p>
            <a:r>
              <a:rPr lang="en-US" sz="2800" dirty="0"/>
              <a:t>Using the internal email masthead graphics</a:t>
            </a:r>
          </a:p>
        </p:txBody>
      </p:sp>
      <p:sp>
        <p:nvSpPr>
          <p:cNvPr id="11" name="Content Placeholder 6"/>
          <p:cNvSpPr txBox="1">
            <a:spLocks/>
          </p:cNvSpPr>
          <p:nvPr/>
        </p:nvSpPr>
        <p:spPr>
          <a:xfrm>
            <a:off x="977899" y="1185862"/>
            <a:ext cx="4057749" cy="4643437"/>
          </a:xfrm>
          <a:prstGeom prst="rect">
            <a:avLst/>
          </a:prstGeom>
        </p:spPr>
        <p:txBody>
          <a:bodyPr lIns="0" tIns="0" rIns="0" bIns="0"/>
          <a:lstStyle>
            <a:lvl1pPr marL="0" indent="0" algn="l" rtl="0" eaLnBrk="1" fontAlgn="base" hangingPunct="1">
              <a:spcBef>
                <a:spcPts val="1200"/>
              </a:spcBef>
              <a:spcAft>
                <a:spcPct val="0"/>
              </a:spcAft>
              <a:buSzPct val="90000"/>
              <a:buFont typeface="Arial" pitchFamily="34" charset="0"/>
              <a:defRPr sz="2000" b="1" kern="1200">
                <a:solidFill>
                  <a:schemeClr val="tx1"/>
                </a:solidFill>
                <a:latin typeface="Arial Narrow" pitchFamily="34" charset="0"/>
                <a:ea typeface="ＭＳ Ｐゴシック" pitchFamily="34" charset="-128"/>
                <a:cs typeface="+mn-cs"/>
              </a:defRPr>
            </a:lvl1pPr>
            <a:lvl2pPr marL="210312" indent="-210312" algn="l" rtl="0" eaLnBrk="1" fontAlgn="base" hangingPunct="1">
              <a:spcBef>
                <a:spcPts val="600"/>
              </a:spcBef>
              <a:spcAft>
                <a:spcPct val="0"/>
              </a:spcAft>
              <a:buSzPct val="90000"/>
              <a:buFont typeface="Arial" pitchFamily="34" charset="0"/>
              <a:buChar char="•"/>
              <a:defRPr sz="1800" kern="1200">
                <a:solidFill>
                  <a:schemeClr val="tx1"/>
                </a:solidFill>
                <a:latin typeface="Arial Narrow" pitchFamily="34" charset="0"/>
                <a:ea typeface="ＭＳ Ｐゴシック" pitchFamily="34" charset="-128"/>
                <a:cs typeface="+mn-cs"/>
              </a:defRPr>
            </a:lvl2pPr>
            <a:lvl3pPr marL="438912" indent="-209550" algn="l" rtl="0" eaLnBrk="1" fontAlgn="base" hangingPunct="1">
              <a:spcBef>
                <a:spcPts val="600"/>
              </a:spcBef>
              <a:spcAft>
                <a:spcPct val="0"/>
              </a:spcAft>
              <a:buSzPct val="90000"/>
              <a:buFont typeface="Lucida Grande" charset="0"/>
              <a:buChar char="–"/>
              <a:defRPr sz="1600" kern="1200">
                <a:solidFill>
                  <a:schemeClr val="tx1"/>
                </a:solidFill>
                <a:latin typeface="Arial Narrow" pitchFamily="34" charset="0"/>
                <a:ea typeface="ＭＳ Ｐゴシック" pitchFamily="34" charset="-128"/>
                <a:cs typeface="+mn-cs"/>
              </a:defRPr>
            </a:lvl3pPr>
            <a:lvl4pPr marL="649224" indent="-209550" algn="l" rtl="0" eaLnBrk="1" fontAlgn="base" hangingPunct="1">
              <a:spcBef>
                <a:spcPts val="600"/>
              </a:spcBef>
              <a:spcAft>
                <a:spcPct val="0"/>
              </a:spcAft>
              <a:buSzPct val="64000"/>
              <a:buFont typeface="Courier New" pitchFamily="49" charset="0"/>
              <a:buChar char="o"/>
              <a:defRPr sz="1600" kern="1200">
                <a:solidFill>
                  <a:schemeClr val="tx1"/>
                </a:solidFill>
                <a:latin typeface="Arial Narrow" pitchFamily="34" charset="0"/>
                <a:ea typeface="ＭＳ Ｐゴシック" pitchFamily="34" charset="-128"/>
                <a:cs typeface="+mn-cs"/>
              </a:defRPr>
            </a:lvl4pPr>
            <a:lvl5pPr marL="859536" indent="-210312" algn="l" rtl="0" eaLnBrk="1" fontAlgn="base" hangingPunct="1">
              <a:spcBef>
                <a:spcPts val="600"/>
              </a:spcBef>
              <a:spcAft>
                <a:spcPct val="0"/>
              </a:spcAft>
              <a:buSzPct val="64000"/>
              <a:buFont typeface="Courier New" pitchFamily="49" charset="0"/>
              <a:buChar char="o"/>
              <a:defRPr sz="1600" kern="1200" baseline="0">
                <a:solidFill>
                  <a:schemeClr val="tx1"/>
                </a:solidFill>
                <a:latin typeface="Arial Narrow" pitchFamily="34" charset="0"/>
                <a:ea typeface="ＭＳ Ｐゴシック" pitchFamily="34" charset="-128"/>
                <a:cs typeface="+mn-cs"/>
              </a:defRPr>
            </a:lvl5pPr>
            <a:lvl6pPr marL="1124712" indent="-210312" algn="l" defTabSz="914400" rtl="0" eaLnBrk="1" latinLnBrk="0" hangingPunct="1">
              <a:spcBef>
                <a:spcPct val="20000"/>
              </a:spcBef>
              <a:buSzPct val="64000"/>
              <a:buFont typeface="Courier New" pitchFamily="49" charset="0"/>
              <a:buChar char="o"/>
              <a:defRPr sz="1600" kern="1200" baseline="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dirty="0">
                <a:latin typeface="FedEx Sans Cd" panose="020B0606020203020204" pitchFamily="34" charset="0"/>
                <a:ea typeface="FedEx Sans Cd" panose="020B0606020203020204" pitchFamily="34" charset="0"/>
                <a:cs typeface="FedEx Sans Cd" panose="020B0606020203020204" pitchFamily="34" charset="0"/>
              </a:rPr>
              <a:t>General tip: </a:t>
            </a:r>
          </a:p>
          <a:p>
            <a:r>
              <a:rPr lang="en-US" sz="1100" b="0" dirty="0">
                <a:latin typeface="FedEx Sans Cd" panose="020B0606020203020204" pitchFamily="34" charset="0"/>
                <a:ea typeface="FedEx Sans Cd" panose="020B0606020203020204" pitchFamily="34" charset="0"/>
                <a:cs typeface="FedEx Sans Cd" panose="020B0606020203020204" pitchFamily="34" charset="0"/>
              </a:rPr>
              <a:t>To help ensure emails look consistent across email clients, a good rule of thumb is to keep the width below 600px. With their smaller viewports, mobile device sizes can vary. 375px is the most common but can be as small as 320px. Images will resize to fill the width on mobile devices so it’s important to keep copy inside banners large. </a:t>
            </a:r>
          </a:p>
          <a:p>
            <a:r>
              <a:rPr lang="en-US" sz="1100" dirty="0">
                <a:latin typeface="FedEx Sans Cd" panose="020B0606020203020204" pitchFamily="34" charset="0"/>
                <a:ea typeface="FedEx Sans Cd" panose="020B0606020203020204" pitchFamily="34" charset="0"/>
                <a:cs typeface="FedEx Sans Cd" panose="020B0606020203020204" pitchFamily="34" charset="0"/>
              </a:rPr>
              <a:t>Instructions:</a:t>
            </a:r>
          </a:p>
          <a:p>
            <a:pPr marL="228600" indent="-228600">
              <a:buFont typeface="+mj-lt"/>
              <a:buAutoNum type="arabicPeriod"/>
            </a:pPr>
            <a:r>
              <a:rPr lang="en-US" sz="1100" b="0" dirty="0">
                <a:latin typeface="FedEx Sans Cd" panose="020B0606020203020204" pitchFamily="34" charset="0"/>
                <a:ea typeface="FedEx Sans Cd" panose="020B0606020203020204" pitchFamily="34" charset="0"/>
                <a:cs typeface="FedEx Sans Cd" panose="020B0606020203020204" pitchFamily="34" charset="0"/>
              </a:rPr>
              <a:t>Select the preferred email masthead design.</a:t>
            </a:r>
          </a:p>
          <a:p>
            <a:pPr marL="228600" indent="-228600">
              <a:buFont typeface="+mj-lt"/>
              <a:buAutoNum type="arabicPeriod"/>
            </a:pPr>
            <a:r>
              <a:rPr lang="en-US" sz="1100" b="0" dirty="0">
                <a:latin typeface="FedEx Sans Cd" panose="020B0606020203020204" pitchFamily="34" charset="0"/>
                <a:ea typeface="FedEx Sans Cd" panose="020B0606020203020204" pitchFamily="34" charset="0"/>
                <a:cs typeface="FedEx Sans Cd" panose="020B0606020203020204" pitchFamily="34" charset="0"/>
              </a:rPr>
              <a:t>Customize the headline and supporting copy by selecting and           deleting the pre-populated copy. While still in the text box area, type in your new text (see image A).</a:t>
            </a:r>
          </a:p>
          <a:p>
            <a:pPr marL="438912" lvl="1" indent="-228600"/>
            <a:r>
              <a:rPr lang="en-US" sz="1100" b="0" dirty="0">
                <a:latin typeface="FedEx Sans Cd" panose="020B0606020203020204" pitchFamily="34" charset="0"/>
                <a:ea typeface="FedEx Sans Cd" panose="020B0606020203020204" pitchFamily="34" charset="0"/>
                <a:cs typeface="FedEx Sans Cd" panose="020B0606020203020204" pitchFamily="34" charset="0"/>
              </a:rPr>
              <a:t>To best utilize these pre-designed templates, keep the character limits the same as or below the amount in the boxes.</a:t>
            </a:r>
          </a:p>
          <a:p>
            <a:pPr marL="228600" indent="-228600">
              <a:buFont typeface="+mj-lt"/>
              <a:buAutoNum type="arabicPeriod"/>
            </a:pPr>
            <a:r>
              <a:rPr lang="en-US" sz="1100" b="0" dirty="0">
                <a:latin typeface="FedEx Sans Cd" panose="020B0606020203020204" pitchFamily="34" charset="0"/>
                <a:ea typeface="FedEx Sans Cd" panose="020B0606020203020204" pitchFamily="34" charset="0"/>
                <a:cs typeface="FedEx Sans Cd" panose="020B0606020203020204" pitchFamily="34" charset="0"/>
              </a:rPr>
              <a:t>Update the image to go with your message.  </a:t>
            </a:r>
          </a:p>
          <a:p>
            <a:pPr marL="438912" lvl="1" indent="-228600"/>
            <a:r>
              <a:rPr lang="en-US" sz="1100" dirty="0">
                <a:latin typeface="FedEx Sans Cd" panose="020B0606020203020204" pitchFamily="34" charset="0"/>
                <a:ea typeface="FedEx Sans Cd" panose="020B0606020203020204" pitchFamily="34" charset="0"/>
                <a:cs typeface="FedEx Sans Cd" panose="020B0606020203020204" pitchFamily="34" charset="0"/>
              </a:rPr>
              <a:t>V</a:t>
            </a:r>
            <a:r>
              <a:rPr lang="en-US" sz="1100" b="0" dirty="0">
                <a:latin typeface="FedEx Sans Cd" panose="020B0606020203020204" pitchFamily="34" charset="0"/>
                <a:ea typeface="FedEx Sans Cd" panose="020B0606020203020204" pitchFamily="34" charset="0"/>
                <a:cs typeface="FedEx Sans Cd" panose="020B0606020203020204" pitchFamily="34" charset="0"/>
              </a:rPr>
              <a:t>isit </a:t>
            </a:r>
            <a:r>
              <a:rPr lang="en-US" sz="1100" b="0" dirty="0" err="1">
                <a:latin typeface="FedEx Sans Cd" panose="020B0606020203020204" pitchFamily="34" charset="0"/>
                <a:ea typeface="FedEx Sans Cd" panose="020B0606020203020204" pitchFamily="34" charset="0"/>
                <a:cs typeface="FedEx Sans Cd" panose="020B0606020203020204" pitchFamily="34" charset="0"/>
              </a:rPr>
              <a:t>brand.fedex.com</a:t>
            </a:r>
            <a:r>
              <a:rPr lang="en-US" sz="1100" b="0" dirty="0">
                <a:latin typeface="FedEx Sans Cd" panose="020B0606020203020204" pitchFamily="34" charset="0"/>
                <a:ea typeface="FedEx Sans Cd" panose="020B0606020203020204" pitchFamily="34" charset="0"/>
                <a:cs typeface="FedEx Sans Cd" panose="020B0606020203020204" pitchFamily="34" charset="0"/>
              </a:rPr>
              <a:t> for more than 7,000 image options.</a:t>
            </a:r>
          </a:p>
          <a:p>
            <a:pPr marL="228600" indent="-228600">
              <a:buFont typeface="+mj-lt"/>
              <a:buAutoNum type="arabicPeriod"/>
            </a:pPr>
            <a:r>
              <a:rPr lang="en-US" sz="1100" b="0" dirty="0">
                <a:latin typeface="FedEx Sans Cd" panose="020B0606020203020204" pitchFamily="34" charset="0"/>
                <a:ea typeface="FedEx Sans Cd" panose="020B0606020203020204" pitchFamily="34" charset="0"/>
                <a:cs typeface="FedEx Sans Cd" panose="020B0606020203020204" pitchFamily="34" charset="0"/>
              </a:rPr>
              <a:t>Once the copy and imagery are updated, right-click the border of the masthead banner and select Save as Picture (see image B).</a:t>
            </a:r>
          </a:p>
          <a:p>
            <a:pPr marL="438912" lvl="1" indent="-228600"/>
            <a:r>
              <a:rPr lang="en-US" sz="1100" dirty="0">
                <a:latin typeface="FedEx Sans Cd" panose="020B0606020203020204" pitchFamily="34" charset="0"/>
                <a:ea typeface="FedEx Sans Cd" panose="020B0606020203020204" pitchFamily="34" charset="0"/>
                <a:cs typeface="FedEx Sans Cd" panose="020B0606020203020204" pitchFamily="34" charset="0"/>
              </a:rPr>
              <a:t>You can save as a PNG or JPG.</a:t>
            </a:r>
          </a:p>
          <a:p>
            <a:pPr marL="438912" lvl="1" indent="-228600"/>
            <a:r>
              <a:rPr lang="en-US" sz="1100" dirty="0">
                <a:latin typeface="FedEx Sans Cd" panose="020B0606020203020204" pitchFamily="34" charset="0"/>
                <a:ea typeface="FedEx Sans Cd" panose="020B0606020203020204" pitchFamily="34" charset="0"/>
                <a:cs typeface="FedEx Sans Cd" panose="020B0606020203020204" pitchFamily="34" charset="0"/>
              </a:rPr>
              <a:t>Once saved, you can retrieve the file and insert into your email using Outlook.</a:t>
            </a:r>
          </a:p>
          <a:p>
            <a:endParaRPr lang="en-US" sz="1200" b="0" dirty="0"/>
          </a:p>
        </p:txBody>
      </p:sp>
      <p:sp>
        <p:nvSpPr>
          <p:cNvPr id="12" name="Text Box 2"/>
          <p:cNvSpPr txBox="1">
            <a:spLocks noChangeArrowheads="1"/>
          </p:cNvSpPr>
          <p:nvPr/>
        </p:nvSpPr>
        <p:spPr bwMode="auto">
          <a:xfrm>
            <a:off x="5257801" y="3847288"/>
            <a:ext cx="668655" cy="246221"/>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1000" dirty="0">
                <a:solidFill>
                  <a:srgbClr val="999999"/>
                </a:solidFill>
                <a:latin typeface="Arial"/>
                <a:ea typeface="Calibri"/>
                <a:cs typeface="Times New Roman"/>
              </a:rPr>
              <a:t>B</a:t>
            </a:r>
            <a:endParaRPr lang="en-US" sz="1000" dirty="0">
              <a:effectLst/>
              <a:latin typeface="Calibri"/>
              <a:ea typeface="Calibri"/>
              <a:cs typeface="Times New Roman"/>
            </a:endParaRPr>
          </a:p>
        </p:txBody>
      </p:sp>
      <p:sp>
        <p:nvSpPr>
          <p:cNvPr id="16" name="Text Box 2"/>
          <p:cNvSpPr txBox="1">
            <a:spLocks noChangeArrowheads="1"/>
          </p:cNvSpPr>
          <p:nvPr/>
        </p:nvSpPr>
        <p:spPr bwMode="auto">
          <a:xfrm>
            <a:off x="5257801" y="1004654"/>
            <a:ext cx="668655" cy="246221"/>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1000" dirty="0">
                <a:solidFill>
                  <a:srgbClr val="999999"/>
                </a:solidFill>
                <a:effectLst/>
                <a:latin typeface="Arial"/>
                <a:ea typeface="Calibri"/>
                <a:cs typeface="Times New Roman"/>
              </a:rPr>
              <a:t>A</a:t>
            </a:r>
            <a:endParaRPr lang="en-US" sz="1000" dirty="0">
              <a:effectLst/>
              <a:latin typeface="Calibri"/>
              <a:ea typeface="Calibri"/>
              <a:cs typeface="Times New Roman"/>
            </a:endParaRPr>
          </a:p>
        </p:txBody>
      </p:sp>
    </p:spTree>
    <p:extLst>
      <p:ext uri="{BB962C8B-B14F-4D97-AF65-F5344CB8AC3E}">
        <p14:creationId xmlns:p14="http://schemas.microsoft.com/office/powerpoint/2010/main" val="220327604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6"/>
          <p:cNvSpPr txBox="1">
            <a:spLocks/>
          </p:cNvSpPr>
          <p:nvPr/>
        </p:nvSpPr>
        <p:spPr>
          <a:xfrm>
            <a:off x="433810" y="291871"/>
            <a:ext cx="2015476" cy="2054324"/>
          </a:xfrm>
          <a:prstGeom prst="rect">
            <a:avLst/>
          </a:prstGeom>
        </p:spPr>
        <p:txBody>
          <a:bodyPr/>
          <a:lstStyle>
            <a:lvl1pPr marL="0" indent="0" algn="l" rtl="0" eaLnBrk="1" fontAlgn="base" hangingPunct="1">
              <a:spcBef>
                <a:spcPts val="1200"/>
              </a:spcBef>
              <a:spcAft>
                <a:spcPct val="0"/>
              </a:spcAft>
              <a:buSzPct val="90000"/>
              <a:buFont typeface="Arial" pitchFamily="34" charset="0"/>
              <a:defRPr sz="2000" b="1" kern="1200">
                <a:solidFill>
                  <a:schemeClr val="tx1"/>
                </a:solidFill>
                <a:latin typeface="Arial Narrow" pitchFamily="34" charset="0"/>
                <a:ea typeface="ＭＳ Ｐゴシック" pitchFamily="34" charset="-128"/>
                <a:cs typeface="+mn-cs"/>
              </a:defRPr>
            </a:lvl1pPr>
            <a:lvl2pPr marL="210312" indent="-210312" algn="l" rtl="0" eaLnBrk="1" fontAlgn="base" hangingPunct="1">
              <a:spcBef>
                <a:spcPts val="600"/>
              </a:spcBef>
              <a:spcAft>
                <a:spcPct val="0"/>
              </a:spcAft>
              <a:buSzPct val="90000"/>
              <a:buFont typeface="Arial" pitchFamily="34" charset="0"/>
              <a:buChar char="•"/>
              <a:defRPr sz="1800" kern="1200">
                <a:solidFill>
                  <a:schemeClr val="tx1"/>
                </a:solidFill>
                <a:latin typeface="Arial Narrow" pitchFamily="34" charset="0"/>
                <a:ea typeface="ＭＳ Ｐゴシック" pitchFamily="34" charset="-128"/>
                <a:cs typeface="+mn-cs"/>
              </a:defRPr>
            </a:lvl2pPr>
            <a:lvl3pPr marL="438912" indent="-209550" algn="l" rtl="0" eaLnBrk="1" fontAlgn="base" hangingPunct="1">
              <a:spcBef>
                <a:spcPts val="600"/>
              </a:spcBef>
              <a:spcAft>
                <a:spcPct val="0"/>
              </a:spcAft>
              <a:buSzPct val="90000"/>
              <a:buFont typeface="Lucida Grande" charset="0"/>
              <a:buChar char="–"/>
              <a:defRPr sz="1600" kern="1200">
                <a:solidFill>
                  <a:schemeClr val="tx1"/>
                </a:solidFill>
                <a:latin typeface="Arial Narrow" pitchFamily="34" charset="0"/>
                <a:ea typeface="ＭＳ Ｐゴシック" pitchFamily="34" charset="-128"/>
                <a:cs typeface="+mn-cs"/>
              </a:defRPr>
            </a:lvl3pPr>
            <a:lvl4pPr marL="649224" indent="-209550" algn="l" rtl="0" eaLnBrk="1" fontAlgn="base" hangingPunct="1">
              <a:spcBef>
                <a:spcPts val="600"/>
              </a:spcBef>
              <a:spcAft>
                <a:spcPct val="0"/>
              </a:spcAft>
              <a:buSzPct val="64000"/>
              <a:buFont typeface="Courier New" pitchFamily="49" charset="0"/>
              <a:buChar char="o"/>
              <a:defRPr sz="1600" kern="1200">
                <a:solidFill>
                  <a:schemeClr val="tx1"/>
                </a:solidFill>
                <a:latin typeface="Arial Narrow" pitchFamily="34" charset="0"/>
                <a:ea typeface="ＭＳ Ｐゴシック" pitchFamily="34" charset="-128"/>
                <a:cs typeface="+mn-cs"/>
              </a:defRPr>
            </a:lvl4pPr>
            <a:lvl5pPr marL="859536" indent="-210312" algn="l" rtl="0" eaLnBrk="1" fontAlgn="base" hangingPunct="1">
              <a:spcBef>
                <a:spcPts val="600"/>
              </a:spcBef>
              <a:spcAft>
                <a:spcPct val="0"/>
              </a:spcAft>
              <a:buSzPct val="64000"/>
              <a:buFont typeface="Courier New" pitchFamily="49" charset="0"/>
              <a:buChar char="o"/>
              <a:defRPr sz="1600" kern="1200" baseline="0">
                <a:solidFill>
                  <a:schemeClr val="tx1"/>
                </a:solidFill>
                <a:latin typeface="Arial Narrow" pitchFamily="34" charset="0"/>
                <a:ea typeface="ＭＳ Ｐゴシック" pitchFamily="34" charset="-128"/>
                <a:cs typeface="+mn-cs"/>
              </a:defRPr>
            </a:lvl5pPr>
            <a:lvl6pPr marL="1124712" indent="-210312" algn="l" defTabSz="914400" rtl="0" eaLnBrk="1" latinLnBrk="0" hangingPunct="1">
              <a:spcBef>
                <a:spcPct val="20000"/>
              </a:spcBef>
              <a:buSzPct val="64000"/>
              <a:buFont typeface="Courier New" pitchFamily="49" charset="0"/>
              <a:buChar char="o"/>
              <a:defRPr sz="1600" kern="1200" baseline="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b="0" dirty="0">
                <a:latin typeface="FedEx Sans Cd" panose="020B0606020203020204" pitchFamily="34" charset="0"/>
                <a:ea typeface="FedEx Sans Cd" panose="020B0606020203020204" pitchFamily="34" charset="0"/>
                <a:cs typeface="FedEx Sans Cd" panose="020B0606020203020204" pitchFamily="34" charset="0"/>
              </a:rPr>
              <a:t>Email mastheads below are sized at 600px wide (6.25”). They will appear full size on a majority of email clients when viewed on desktop or laptop screen. When viewed on a mobile device, they will resize according to the width of the device.  </a:t>
            </a:r>
          </a:p>
          <a:p>
            <a:endParaRPr lang="en-US" sz="1200" b="0" dirty="0">
              <a:latin typeface="FedEx Sans Cd" panose="020B0606020203020204" pitchFamily="34" charset="0"/>
              <a:ea typeface="FedEx Sans Cd" panose="020B0606020203020204" pitchFamily="34" charset="0"/>
              <a:cs typeface="FedEx Sans Cd" panose="020B0606020203020204" pitchFamily="34" charset="0"/>
            </a:endParaRPr>
          </a:p>
        </p:txBody>
      </p:sp>
      <p:grpSp>
        <p:nvGrpSpPr>
          <p:cNvPr id="37" name="Group 36">
            <a:extLst>
              <a:ext uri="{FF2B5EF4-FFF2-40B4-BE49-F238E27FC236}">
                <a16:creationId xmlns:a16="http://schemas.microsoft.com/office/drawing/2014/main" id="{B8DEEA0C-9522-6446-88D8-FE70042CF6F2}"/>
              </a:ext>
            </a:extLst>
          </p:cNvPr>
          <p:cNvGrpSpPr/>
          <p:nvPr/>
        </p:nvGrpSpPr>
        <p:grpSpPr>
          <a:xfrm>
            <a:off x="2900223" y="1816168"/>
            <a:ext cx="5716356" cy="1566754"/>
            <a:chOff x="2900223" y="1816168"/>
            <a:chExt cx="5716356" cy="1566754"/>
          </a:xfrm>
        </p:grpSpPr>
        <p:pic>
          <p:nvPicPr>
            <p:cNvPr id="8" name="Picture 7"/>
            <p:cNvPicPr>
              <a:picLocks/>
            </p:cNvPicPr>
            <p:nvPr/>
          </p:nvPicPr>
          <p:blipFill>
            <a:blip r:embed="rId3">
              <a:extLst>
                <a:ext uri="{28A0092B-C50C-407E-A947-70E740481C1C}">
                  <a14:useLocalDpi xmlns:a14="http://schemas.microsoft.com/office/drawing/2010/main" val="0"/>
                </a:ext>
              </a:extLst>
            </a:blip>
            <a:stretch>
              <a:fillRect/>
            </a:stretch>
          </p:blipFill>
          <p:spPr>
            <a:xfrm>
              <a:off x="2900223" y="1828442"/>
              <a:ext cx="5716356" cy="1554480"/>
            </a:xfrm>
            <a:prstGeom prst="rect">
              <a:avLst/>
            </a:prstGeom>
          </p:spPr>
        </p:pic>
        <p:pic>
          <p:nvPicPr>
            <p:cNvPr id="33" name="Picture 32" descr="Logo&#10;&#10;Description automatically generated">
              <a:extLst>
                <a:ext uri="{FF2B5EF4-FFF2-40B4-BE49-F238E27FC236}">
                  <a16:creationId xmlns:a16="http://schemas.microsoft.com/office/drawing/2014/main" id="{515B3AD8-1376-4E49-98A4-FB18F09ABE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2624686" y="2154630"/>
              <a:ext cx="1536460" cy="859536"/>
            </a:xfrm>
            <a:prstGeom prst="rect">
              <a:avLst/>
            </a:prstGeom>
          </p:spPr>
        </p:pic>
        <p:sp>
          <p:nvSpPr>
            <p:cNvPr id="9" name="Text Box 2"/>
            <p:cNvSpPr txBox="1">
              <a:spLocks noChangeArrowheads="1"/>
            </p:cNvSpPr>
            <p:nvPr/>
          </p:nvSpPr>
          <p:spPr bwMode="auto">
            <a:xfrm>
              <a:off x="3879323" y="2283314"/>
              <a:ext cx="4395519" cy="730575"/>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Email headline.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eicitiam</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simet</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abore</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pernatem</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a:t>
              </a:r>
              <a:endParaRPr lang="en-US" sz="2000" dirty="0">
                <a:latin typeface="FedEx Sans" panose="020B0603020203020204" pitchFamily="34" charset="0"/>
                <a:ea typeface="FedEx Sans" panose="020B0603020203020204" pitchFamily="34" charset="0"/>
                <a:cs typeface="FedEx Sans" panose="020B0603020203020204" pitchFamily="34" charset="0"/>
              </a:endParaRPr>
            </a:p>
          </p:txBody>
        </p:sp>
      </p:grpSp>
      <p:grpSp>
        <p:nvGrpSpPr>
          <p:cNvPr id="36" name="Group 35">
            <a:extLst>
              <a:ext uri="{FF2B5EF4-FFF2-40B4-BE49-F238E27FC236}">
                <a16:creationId xmlns:a16="http://schemas.microsoft.com/office/drawing/2014/main" id="{C965CE9A-478F-014D-896A-F56DA699204F}"/>
              </a:ext>
            </a:extLst>
          </p:cNvPr>
          <p:cNvGrpSpPr/>
          <p:nvPr/>
        </p:nvGrpSpPr>
        <p:grpSpPr>
          <a:xfrm>
            <a:off x="2900223" y="134817"/>
            <a:ext cx="5716356" cy="1583922"/>
            <a:chOff x="2900223" y="134817"/>
            <a:chExt cx="5716356" cy="1583922"/>
          </a:xfrm>
        </p:grpSpPr>
        <p:pic>
          <p:nvPicPr>
            <p:cNvPr id="26" name="Picture 25"/>
            <p:cNvPicPr>
              <a:picLocks/>
            </p:cNvPicPr>
            <p:nvPr/>
          </p:nvPicPr>
          <p:blipFill>
            <a:blip r:embed="rId5">
              <a:extLst>
                <a:ext uri="{28A0092B-C50C-407E-A947-70E740481C1C}">
                  <a14:useLocalDpi xmlns:a14="http://schemas.microsoft.com/office/drawing/2010/main" val="0"/>
                </a:ext>
              </a:extLst>
            </a:blip>
            <a:stretch>
              <a:fillRect/>
            </a:stretch>
          </p:blipFill>
          <p:spPr>
            <a:xfrm>
              <a:off x="2900223" y="164259"/>
              <a:ext cx="5716356" cy="1554480"/>
            </a:xfrm>
            <a:prstGeom prst="rect">
              <a:avLst/>
            </a:prstGeom>
            <a:ln>
              <a:solidFill>
                <a:schemeClr val="bg1">
                  <a:lumMod val="85000"/>
                </a:schemeClr>
              </a:solidFill>
            </a:ln>
          </p:spPr>
        </p:pic>
        <p:pic>
          <p:nvPicPr>
            <p:cNvPr id="35" name="Picture 34">
              <a:extLst>
                <a:ext uri="{FF2B5EF4-FFF2-40B4-BE49-F238E27FC236}">
                  <a16:creationId xmlns:a16="http://schemas.microsoft.com/office/drawing/2014/main" id="{CDEC59F1-8044-6345-BBCA-0090C33C32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2624686" y="473279"/>
              <a:ext cx="1536460" cy="859536"/>
            </a:xfrm>
            <a:prstGeom prst="rect">
              <a:avLst/>
            </a:prstGeom>
          </p:spPr>
        </p:pic>
        <p:sp>
          <p:nvSpPr>
            <p:cNvPr id="27" name="Text Box 2"/>
            <p:cNvSpPr txBox="1">
              <a:spLocks noChangeArrowheads="1"/>
            </p:cNvSpPr>
            <p:nvPr/>
          </p:nvSpPr>
          <p:spPr bwMode="auto">
            <a:xfrm>
              <a:off x="3879324" y="608401"/>
              <a:ext cx="4395517" cy="707886"/>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rgbClr val="4D148C"/>
                  </a:solidFill>
                  <a:latin typeface="FedEx Sans" panose="020B0603020203020204" pitchFamily="34" charset="0"/>
                  <a:ea typeface="FedEx Sans" panose="020B0603020203020204" pitchFamily="34" charset="0"/>
                  <a:cs typeface="FedEx Sans" panose="020B0603020203020204" pitchFamily="34" charset="0"/>
                </a:rPr>
                <a:t>Email</a:t>
              </a:r>
              <a:r>
                <a:rPr lang="en-US" sz="2000" dirty="0">
                  <a:solidFill>
                    <a:srgbClr val="4D148C"/>
                  </a:solidFill>
                  <a:effectLst/>
                  <a:latin typeface="FedEx Sans" panose="020B0603020203020204" pitchFamily="34" charset="0"/>
                  <a:ea typeface="FedEx Sans" panose="020B0603020203020204" pitchFamily="34" charset="0"/>
                  <a:cs typeface="FedEx Sans" panose="020B0603020203020204" pitchFamily="34" charset="0"/>
                </a:rPr>
                <a:t> headline. </a:t>
              </a:r>
              <a:r>
                <a:rPr lang="en-US" sz="2000" dirty="0" err="1">
                  <a:solidFill>
                    <a:srgbClr val="4D148C"/>
                  </a:solidFill>
                  <a:effectLst/>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rgbClr val="4D148C"/>
                  </a:solidFill>
                  <a:effectLst/>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4D148C"/>
                  </a:solidFill>
                  <a:effectLst/>
                  <a:latin typeface="FedEx Sans" panose="020B0603020203020204" pitchFamily="34" charset="0"/>
                  <a:ea typeface="FedEx Sans" panose="020B0603020203020204" pitchFamily="34" charset="0"/>
                  <a:cs typeface="FedEx Sans" panose="020B0603020203020204" pitchFamily="34" charset="0"/>
                </a:rPr>
                <a:t>eicitiam</a:t>
              </a:r>
              <a:endParaRPr lang="en-US" sz="2000" dirty="0">
                <a:solidFill>
                  <a:srgbClr val="4D148C"/>
                </a:solidFill>
                <a:effectLst/>
                <a:latin typeface="FedEx Sans" panose="020B0603020203020204" pitchFamily="34" charset="0"/>
                <a:ea typeface="FedEx Sans" panose="020B0603020203020204" pitchFamily="34" charset="0"/>
                <a:cs typeface="FedEx Sans" panose="020B0603020203020204" pitchFamily="34" charset="0"/>
              </a:endParaRPr>
            </a:p>
            <a:p>
              <a:pPr marL="0" marR="0">
                <a:spcBef>
                  <a:spcPts val="0"/>
                </a:spcBef>
                <a:spcAft>
                  <a:spcPts val="0"/>
                </a:spcAft>
              </a:pPr>
              <a:r>
                <a:rPr lang="en-US" sz="2000" dirty="0" err="1">
                  <a:solidFill>
                    <a:srgbClr val="4D148C"/>
                  </a:solidFill>
                  <a:latin typeface="FedEx Sans" panose="020B0603020203020204" pitchFamily="34" charset="0"/>
                  <a:ea typeface="FedEx Sans" panose="020B0603020203020204" pitchFamily="34" charset="0"/>
                  <a:cs typeface="FedEx Sans" panose="020B0603020203020204" pitchFamily="34" charset="0"/>
                </a:rPr>
                <a:t>simet</a:t>
              </a:r>
              <a:r>
                <a:rPr lang="en-US" sz="2000" dirty="0">
                  <a:solidFill>
                    <a:srgbClr val="4D148C"/>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4D148C"/>
                  </a:solidFill>
                  <a:latin typeface="FedEx Sans" panose="020B0603020203020204" pitchFamily="34" charset="0"/>
                  <a:ea typeface="FedEx Sans" panose="020B0603020203020204" pitchFamily="34" charset="0"/>
                  <a:cs typeface="FedEx Sans" panose="020B0603020203020204" pitchFamily="34" charset="0"/>
                </a:rPr>
                <a:t>abore</a:t>
              </a:r>
              <a:r>
                <a:rPr lang="en-US" sz="2000" dirty="0">
                  <a:solidFill>
                    <a:srgbClr val="4D148C"/>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4D148C"/>
                  </a:solidFill>
                  <a:latin typeface="FedEx Sans" panose="020B0603020203020204" pitchFamily="34" charset="0"/>
                  <a:ea typeface="FedEx Sans" panose="020B0603020203020204" pitchFamily="34" charset="0"/>
                  <a:cs typeface="FedEx Sans" panose="020B0603020203020204" pitchFamily="34" charset="0"/>
                </a:rPr>
                <a:t>pernatem</a:t>
              </a:r>
              <a:r>
                <a:rPr lang="en-US" sz="2000" dirty="0">
                  <a:solidFill>
                    <a:srgbClr val="4D148C"/>
                  </a:solidFill>
                  <a:latin typeface="FedEx Sans" panose="020B0603020203020204" pitchFamily="34" charset="0"/>
                  <a:ea typeface="FedEx Sans" panose="020B0603020203020204" pitchFamily="34" charset="0"/>
                  <a:cs typeface="FedEx Sans" panose="020B0603020203020204" pitchFamily="34" charset="0"/>
                </a:rPr>
                <a:t>.</a:t>
              </a:r>
              <a:endParaRPr lang="en-US" sz="2000" dirty="0">
                <a:effectLst/>
                <a:latin typeface="FedEx Sans" panose="020B0603020203020204" pitchFamily="34" charset="0"/>
                <a:ea typeface="FedEx Sans" panose="020B0603020203020204" pitchFamily="34" charset="0"/>
                <a:cs typeface="FedEx Sans" panose="020B0603020203020204" pitchFamily="34" charset="0"/>
              </a:endParaRPr>
            </a:p>
          </p:txBody>
        </p:sp>
      </p:grpSp>
      <p:grpSp>
        <p:nvGrpSpPr>
          <p:cNvPr id="38" name="Group 37">
            <a:extLst>
              <a:ext uri="{FF2B5EF4-FFF2-40B4-BE49-F238E27FC236}">
                <a16:creationId xmlns:a16="http://schemas.microsoft.com/office/drawing/2014/main" id="{49FB4250-6C32-B04D-A930-98A58F87B849}"/>
              </a:ext>
            </a:extLst>
          </p:cNvPr>
          <p:cNvGrpSpPr/>
          <p:nvPr/>
        </p:nvGrpSpPr>
        <p:grpSpPr>
          <a:xfrm>
            <a:off x="2900223" y="3476361"/>
            <a:ext cx="5716357" cy="1567337"/>
            <a:chOff x="2900223" y="3476361"/>
            <a:chExt cx="5716357" cy="1567337"/>
          </a:xfrm>
        </p:grpSpPr>
        <p:pic>
          <p:nvPicPr>
            <p:cNvPr id="32" name="Picture 31" descr="A person sitting at a desk&#10;&#10;Description automatically generated with low confidence">
              <a:extLst>
                <a:ext uri="{FF2B5EF4-FFF2-40B4-BE49-F238E27FC236}">
                  <a16:creationId xmlns:a16="http://schemas.microsoft.com/office/drawing/2014/main" id="{0BE27B88-CF9B-1343-856E-6CE2BF2F462C}"/>
                </a:ext>
              </a:extLst>
            </p:cNvPr>
            <p:cNvPicPr>
              <a:picLocks/>
            </p:cNvPicPr>
            <p:nvPr/>
          </p:nvPicPr>
          <p:blipFill rotWithShape="1">
            <a:blip r:embed="rId7">
              <a:extLst>
                <a:ext uri="{28A0092B-C50C-407E-A947-70E740481C1C}">
                  <a14:useLocalDpi xmlns:a14="http://schemas.microsoft.com/office/drawing/2010/main" val="0"/>
                </a:ext>
              </a:extLst>
            </a:blip>
            <a:srcRect t="3629" b="20255"/>
            <a:stretch/>
          </p:blipFill>
          <p:spPr>
            <a:xfrm>
              <a:off x="2900223" y="3489218"/>
              <a:ext cx="5716357" cy="1554480"/>
            </a:xfrm>
            <a:prstGeom prst="rect">
              <a:avLst/>
            </a:prstGeom>
          </p:spPr>
        </p:pic>
        <p:pic>
          <p:nvPicPr>
            <p:cNvPr id="41" name="Picture 40" descr="Logo&#10;&#10;Description automatically generated">
              <a:extLst>
                <a:ext uri="{FF2B5EF4-FFF2-40B4-BE49-F238E27FC236}">
                  <a16:creationId xmlns:a16="http://schemas.microsoft.com/office/drawing/2014/main" id="{FE4D6020-763F-4E47-866A-9711D98476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2624686" y="3814823"/>
              <a:ext cx="1536460" cy="859536"/>
            </a:xfrm>
            <a:prstGeom prst="rect">
              <a:avLst/>
            </a:prstGeom>
          </p:spPr>
        </p:pic>
        <p:sp>
          <p:nvSpPr>
            <p:cNvPr id="92" name="Text Box 2">
              <a:extLst>
                <a:ext uri="{FF2B5EF4-FFF2-40B4-BE49-F238E27FC236}">
                  <a16:creationId xmlns:a16="http://schemas.microsoft.com/office/drawing/2014/main" id="{FC01A981-56E2-EC40-A19B-2B71A82AFEAF}"/>
                </a:ext>
              </a:extLst>
            </p:cNvPr>
            <p:cNvSpPr txBox="1">
              <a:spLocks noChangeArrowheads="1"/>
            </p:cNvSpPr>
            <p:nvPr/>
          </p:nvSpPr>
          <p:spPr bwMode="auto">
            <a:xfrm>
              <a:off x="3879323" y="3938267"/>
              <a:ext cx="2623863" cy="707886"/>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Email headline.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eicitiam</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a:t>
              </a:r>
              <a:endParaRPr lang="en-US" sz="2000" dirty="0">
                <a:latin typeface="FedEx Sans" panose="020B0603020203020204" pitchFamily="34" charset="0"/>
                <a:ea typeface="FedEx Sans" panose="020B0603020203020204" pitchFamily="34" charset="0"/>
                <a:cs typeface="FedEx Sans" panose="020B0603020203020204" pitchFamily="34" charset="0"/>
              </a:endParaRPr>
            </a:p>
          </p:txBody>
        </p:sp>
      </p:grpSp>
      <p:grpSp>
        <p:nvGrpSpPr>
          <p:cNvPr id="39" name="Group 38">
            <a:extLst>
              <a:ext uri="{FF2B5EF4-FFF2-40B4-BE49-F238E27FC236}">
                <a16:creationId xmlns:a16="http://schemas.microsoft.com/office/drawing/2014/main" id="{39FC301A-7259-9342-BF77-434FFA80CA6D}"/>
              </a:ext>
            </a:extLst>
          </p:cNvPr>
          <p:cNvGrpSpPr/>
          <p:nvPr/>
        </p:nvGrpSpPr>
        <p:grpSpPr>
          <a:xfrm>
            <a:off x="2900223" y="5139626"/>
            <a:ext cx="5716357" cy="1567815"/>
            <a:chOff x="2900223" y="5139626"/>
            <a:chExt cx="5716357" cy="1567815"/>
          </a:xfrm>
        </p:grpSpPr>
        <p:pic>
          <p:nvPicPr>
            <p:cNvPr id="145" name="Picture 144" descr="A person sitting at a desk&#10;&#10;Description automatically generated with low confidence">
              <a:extLst>
                <a:ext uri="{FF2B5EF4-FFF2-40B4-BE49-F238E27FC236}">
                  <a16:creationId xmlns:a16="http://schemas.microsoft.com/office/drawing/2014/main" id="{7BE7E4BF-523A-854D-A358-4023048BDC9A}"/>
                </a:ext>
              </a:extLst>
            </p:cNvPr>
            <p:cNvPicPr>
              <a:picLocks/>
            </p:cNvPicPr>
            <p:nvPr/>
          </p:nvPicPr>
          <p:blipFill rotWithShape="1">
            <a:blip r:embed="rId7">
              <a:extLst>
                <a:ext uri="{28A0092B-C50C-407E-A947-70E740481C1C}">
                  <a14:useLocalDpi xmlns:a14="http://schemas.microsoft.com/office/drawing/2010/main" val="0"/>
                </a:ext>
              </a:extLst>
            </a:blip>
            <a:srcRect t="3629" b="20255"/>
            <a:stretch/>
          </p:blipFill>
          <p:spPr>
            <a:xfrm>
              <a:off x="2900223" y="5149995"/>
              <a:ext cx="5716357" cy="1554480"/>
            </a:xfrm>
            <a:prstGeom prst="rect">
              <a:avLst/>
            </a:prstGeom>
          </p:spPr>
        </p:pic>
        <p:sp>
          <p:nvSpPr>
            <p:cNvPr id="120" name="Freeform 119">
              <a:extLst>
                <a:ext uri="{FF2B5EF4-FFF2-40B4-BE49-F238E27FC236}">
                  <a16:creationId xmlns:a16="http://schemas.microsoft.com/office/drawing/2014/main" id="{01021B77-6F48-2941-877A-1BF3204FB524}"/>
                </a:ext>
              </a:extLst>
            </p:cNvPr>
            <p:cNvSpPr/>
            <p:nvPr/>
          </p:nvSpPr>
          <p:spPr>
            <a:xfrm>
              <a:off x="2900223" y="5149995"/>
              <a:ext cx="4008334" cy="1557446"/>
            </a:xfrm>
            <a:custGeom>
              <a:avLst/>
              <a:gdLst>
                <a:gd name="connsiteX0" fmla="*/ 0 w 3517828"/>
                <a:gd name="connsiteY0" fmla="*/ 0 h 1545336"/>
                <a:gd name="connsiteX1" fmla="*/ 1671777 w 3517828"/>
                <a:gd name="connsiteY1" fmla="*/ 0 h 1545336"/>
                <a:gd name="connsiteX2" fmla="*/ 2019249 w 3517828"/>
                <a:gd name="connsiteY2" fmla="*/ 0 h 1545336"/>
                <a:gd name="connsiteX3" fmla="*/ 3517828 w 3517828"/>
                <a:gd name="connsiteY3" fmla="*/ 0 h 1545336"/>
                <a:gd name="connsiteX4" fmla="*/ 2682498 w 3517828"/>
                <a:gd name="connsiteY4" fmla="*/ 1545336 h 1545336"/>
                <a:gd name="connsiteX5" fmla="*/ 2019249 w 3517828"/>
                <a:gd name="connsiteY5" fmla="*/ 1545336 h 1545336"/>
                <a:gd name="connsiteX6" fmla="*/ 1671777 w 3517828"/>
                <a:gd name="connsiteY6" fmla="*/ 1545336 h 1545336"/>
                <a:gd name="connsiteX7" fmla="*/ 0 w 3517828"/>
                <a:gd name="connsiteY7" fmla="*/ 1545336 h 1545336"/>
                <a:gd name="connsiteX0" fmla="*/ 0 w 4068890"/>
                <a:gd name="connsiteY0" fmla="*/ 6055 h 1551391"/>
                <a:gd name="connsiteX1" fmla="*/ 1671777 w 4068890"/>
                <a:gd name="connsiteY1" fmla="*/ 6055 h 1551391"/>
                <a:gd name="connsiteX2" fmla="*/ 2019249 w 4068890"/>
                <a:gd name="connsiteY2" fmla="*/ 6055 h 1551391"/>
                <a:gd name="connsiteX3" fmla="*/ 4068890 w 4068890"/>
                <a:gd name="connsiteY3" fmla="*/ 0 h 1551391"/>
                <a:gd name="connsiteX4" fmla="*/ 2682498 w 4068890"/>
                <a:gd name="connsiteY4" fmla="*/ 1551391 h 1551391"/>
                <a:gd name="connsiteX5" fmla="*/ 2019249 w 4068890"/>
                <a:gd name="connsiteY5" fmla="*/ 1551391 h 1551391"/>
                <a:gd name="connsiteX6" fmla="*/ 1671777 w 4068890"/>
                <a:gd name="connsiteY6" fmla="*/ 1551391 h 1551391"/>
                <a:gd name="connsiteX7" fmla="*/ 0 w 4068890"/>
                <a:gd name="connsiteY7" fmla="*/ 1551391 h 1551391"/>
                <a:gd name="connsiteX8" fmla="*/ 0 w 4068890"/>
                <a:gd name="connsiteY8" fmla="*/ 6055 h 1551391"/>
                <a:gd name="connsiteX0" fmla="*/ 60556 w 4068890"/>
                <a:gd name="connsiteY0" fmla="*/ 6055 h 1551391"/>
                <a:gd name="connsiteX1" fmla="*/ 1671777 w 4068890"/>
                <a:gd name="connsiteY1" fmla="*/ 6055 h 1551391"/>
                <a:gd name="connsiteX2" fmla="*/ 2019249 w 4068890"/>
                <a:gd name="connsiteY2" fmla="*/ 6055 h 1551391"/>
                <a:gd name="connsiteX3" fmla="*/ 4068890 w 4068890"/>
                <a:gd name="connsiteY3" fmla="*/ 0 h 1551391"/>
                <a:gd name="connsiteX4" fmla="*/ 2682498 w 4068890"/>
                <a:gd name="connsiteY4" fmla="*/ 1551391 h 1551391"/>
                <a:gd name="connsiteX5" fmla="*/ 2019249 w 4068890"/>
                <a:gd name="connsiteY5" fmla="*/ 1551391 h 1551391"/>
                <a:gd name="connsiteX6" fmla="*/ 1671777 w 4068890"/>
                <a:gd name="connsiteY6" fmla="*/ 1551391 h 1551391"/>
                <a:gd name="connsiteX7" fmla="*/ 0 w 4068890"/>
                <a:gd name="connsiteY7" fmla="*/ 1551391 h 1551391"/>
                <a:gd name="connsiteX8" fmla="*/ 60556 w 4068890"/>
                <a:gd name="connsiteY8" fmla="*/ 6055 h 1551391"/>
                <a:gd name="connsiteX0" fmla="*/ 0 w 4008334"/>
                <a:gd name="connsiteY0" fmla="*/ 6055 h 1557446"/>
                <a:gd name="connsiteX1" fmla="*/ 1611221 w 4008334"/>
                <a:gd name="connsiteY1" fmla="*/ 6055 h 1557446"/>
                <a:gd name="connsiteX2" fmla="*/ 1958693 w 4008334"/>
                <a:gd name="connsiteY2" fmla="*/ 6055 h 1557446"/>
                <a:gd name="connsiteX3" fmla="*/ 4008334 w 4008334"/>
                <a:gd name="connsiteY3" fmla="*/ 0 h 1557446"/>
                <a:gd name="connsiteX4" fmla="*/ 2621942 w 4008334"/>
                <a:gd name="connsiteY4" fmla="*/ 1551391 h 1557446"/>
                <a:gd name="connsiteX5" fmla="*/ 1958693 w 4008334"/>
                <a:gd name="connsiteY5" fmla="*/ 1551391 h 1557446"/>
                <a:gd name="connsiteX6" fmla="*/ 1611221 w 4008334"/>
                <a:gd name="connsiteY6" fmla="*/ 1551391 h 1557446"/>
                <a:gd name="connsiteX7" fmla="*/ 0 w 4008334"/>
                <a:gd name="connsiteY7" fmla="*/ 1557446 h 1557446"/>
                <a:gd name="connsiteX8" fmla="*/ 0 w 4008334"/>
                <a:gd name="connsiteY8" fmla="*/ 6055 h 1557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8334" h="1557446">
                  <a:moveTo>
                    <a:pt x="0" y="6055"/>
                  </a:moveTo>
                  <a:lnTo>
                    <a:pt x="1611221" y="6055"/>
                  </a:lnTo>
                  <a:lnTo>
                    <a:pt x="1958693" y="6055"/>
                  </a:lnTo>
                  <a:lnTo>
                    <a:pt x="4008334" y="0"/>
                  </a:lnTo>
                  <a:lnTo>
                    <a:pt x="2621942" y="1551391"/>
                  </a:lnTo>
                  <a:lnTo>
                    <a:pt x="1958693" y="1551391"/>
                  </a:lnTo>
                  <a:lnTo>
                    <a:pt x="1611221" y="1551391"/>
                  </a:lnTo>
                  <a:lnTo>
                    <a:pt x="0" y="1557446"/>
                  </a:lnTo>
                  <a:lnTo>
                    <a:pt x="0" y="6055"/>
                  </a:lnTo>
                  <a:close/>
                </a:path>
              </a:pathLst>
            </a:custGeom>
            <a:gradFill>
              <a:gsLst>
                <a:gs pos="0">
                  <a:srgbClr val="4D148C">
                    <a:alpha val="80000"/>
                  </a:srgbClr>
                </a:gs>
                <a:gs pos="33000">
                  <a:srgbClr val="7D22C3">
                    <a:alpha val="80000"/>
                  </a:srgbClr>
                </a:gs>
                <a:gs pos="100000">
                  <a:srgbClr val="FF6600">
                    <a:alpha val="8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2" name="Picture 41" descr="Logo&#10;&#10;Description automatically generated">
              <a:extLst>
                <a:ext uri="{FF2B5EF4-FFF2-40B4-BE49-F238E27FC236}">
                  <a16:creationId xmlns:a16="http://schemas.microsoft.com/office/drawing/2014/main" id="{208E0448-F8B6-EE4A-8FB6-D72F4A3AB4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2624686" y="5478088"/>
              <a:ext cx="1536460" cy="859536"/>
            </a:xfrm>
            <a:prstGeom prst="rect">
              <a:avLst/>
            </a:prstGeom>
          </p:spPr>
        </p:pic>
        <p:sp>
          <p:nvSpPr>
            <p:cNvPr id="121" name="Text Box 2">
              <a:extLst>
                <a:ext uri="{FF2B5EF4-FFF2-40B4-BE49-F238E27FC236}">
                  <a16:creationId xmlns:a16="http://schemas.microsoft.com/office/drawing/2014/main" id="{68498FA5-1CDD-114C-A257-F65240B59664}"/>
                </a:ext>
              </a:extLst>
            </p:cNvPr>
            <p:cNvSpPr txBox="1">
              <a:spLocks noChangeArrowheads="1"/>
            </p:cNvSpPr>
            <p:nvPr/>
          </p:nvSpPr>
          <p:spPr bwMode="auto">
            <a:xfrm>
              <a:off x="3879323" y="5602806"/>
              <a:ext cx="2623863" cy="707886"/>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Email headline.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eicitiam</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a:t>
              </a:r>
              <a:endParaRPr lang="en-US" sz="2000" dirty="0">
                <a:latin typeface="FedEx Sans" panose="020B0603020203020204" pitchFamily="34" charset="0"/>
                <a:ea typeface="FedEx Sans" panose="020B0603020203020204" pitchFamily="34" charset="0"/>
                <a:cs typeface="FedEx Sans" panose="020B0603020203020204" pitchFamily="34" charset="0"/>
              </a:endParaRPr>
            </a:p>
          </p:txBody>
        </p:sp>
      </p:grpSp>
    </p:spTree>
    <p:extLst>
      <p:ext uri="{BB962C8B-B14F-4D97-AF65-F5344CB8AC3E}">
        <p14:creationId xmlns:p14="http://schemas.microsoft.com/office/powerpoint/2010/main" val="38233029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FF004E6A-B1F4-CD47-8FB7-CBEEF2FE67CA}"/>
              </a:ext>
            </a:extLst>
          </p:cNvPr>
          <p:cNvGrpSpPr/>
          <p:nvPr/>
        </p:nvGrpSpPr>
        <p:grpSpPr>
          <a:xfrm>
            <a:off x="2900223" y="1807188"/>
            <a:ext cx="5715000" cy="1563540"/>
            <a:chOff x="2900223" y="1807188"/>
            <a:chExt cx="5715000" cy="1563540"/>
          </a:xfrm>
        </p:grpSpPr>
        <p:pic>
          <p:nvPicPr>
            <p:cNvPr id="77" name="Picture 76" descr="A picture containing person, indoor, computer&#10;&#10;Description automatically generated">
              <a:extLst>
                <a:ext uri="{FF2B5EF4-FFF2-40B4-BE49-F238E27FC236}">
                  <a16:creationId xmlns:a16="http://schemas.microsoft.com/office/drawing/2014/main" id="{D7856BCB-BECD-2C45-9196-924018A5CA71}"/>
                </a:ext>
              </a:extLst>
            </p:cNvPr>
            <p:cNvPicPr>
              <a:picLocks/>
            </p:cNvPicPr>
            <p:nvPr/>
          </p:nvPicPr>
          <p:blipFill rotWithShape="1">
            <a:blip r:embed="rId3">
              <a:extLst>
                <a:ext uri="{28A0092B-C50C-407E-A947-70E740481C1C}">
                  <a14:useLocalDpi xmlns:a14="http://schemas.microsoft.com/office/drawing/2010/main" val="0"/>
                </a:ext>
              </a:extLst>
            </a:blip>
            <a:srcRect t="4606" b="16604"/>
            <a:stretch/>
          </p:blipFill>
          <p:spPr>
            <a:xfrm>
              <a:off x="2900223" y="1816248"/>
              <a:ext cx="5715000" cy="1554480"/>
            </a:xfrm>
            <a:prstGeom prst="rect">
              <a:avLst/>
            </a:prstGeom>
          </p:spPr>
        </p:pic>
        <p:sp>
          <p:nvSpPr>
            <p:cNvPr id="78" name="Freeform 77">
              <a:extLst>
                <a:ext uri="{FF2B5EF4-FFF2-40B4-BE49-F238E27FC236}">
                  <a16:creationId xmlns:a16="http://schemas.microsoft.com/office/drawing/2014/main" id="{AC008548-1CF2-6F4F-9E46-B88DBF4D8A11}"/>
                </a:ext>
              </a:extLst>
            </p:cNvPr>
            <p:cNvSpPr>
              <a:spLocks noChangeAspect="1"/>
            </p:cNvSpPr>
            <p:nvPr/>
          </p:nvSpPr>
          <p:spPr>
            <a:xfrm>
              <a:off x="2900223" y="1816248"/>
              <a:ext cx="4000701" cy="1554480"/>
            </a:xfrm>
            <a:custGeom>
              <a:avLst/>
              <a:gdLst>
                <a:gd name="connsiteX0" fmla="*/ 0 w 3517828"/>
                <a:gd name="connsiteY0" fmla="*/ 0 h 1545336"/>
                <a:gd name="connsiteX1" fmla="*/ 1671777 w 3517828"/>
                <a:gd name="connsiteY1" fmla="*/ 0 h 1545336"/>
                <a:gd name="connsiteX2" fmla="*/ 2019249 w 3517828"/>
                <a:gd name="connsiteY2" fmla="*/ 0 h 1545336"/>
                <a:gd name="connsiteX3" fmla="*/ 3517828 w 3517828"/>
                <a:gd name="connsiteY3" fmla="*/ 0 h 1545336"/>
                <a:gd name="connsiteX4" fmla="*/ 2682498 w 3517828"/>
                <a:gd name="connsiteY4" fmla="*/ 1545336 h 1545336"/>
                <a:gd name="connsiteX5" fmla="*/ 2019249 w 3517828"/>
                <a:gd name="connsiteY5" fmla="*/ 1545336 h 1545336"/>
                <a:gd name="connsiteX6" fmla="*/ 1671777 w 3517828"/>
                <a:gd name="connsiteY6" fmla="*/ 1545336 h 1545336"/>
                <a:gd name="connsiteX7" fmla="*/ 0 w 3517828"/>
                <a:gd name="connsiteY7" fmla="*/ 1545336 h 1545336"/>
                <a:gd name="connsiteX0" fmla="*/ 0 w 4068890"/>
                <a:gd name="connsiteY0" fmla="*/ 6055 h 1551391"/>
                <a:gd name="connsiteX1" fmla="*/ 1671777 w 4068890"/>
                <a:gd name="connsiteY1" fmla="*/ 6055 h 1551391"/>
                <a:gd name="connsiteX2" fmla="*/ 2019249 w 4068890"/>
                <a:gd name="connsiteY2" fmla="*/ 6055 h 1551391"/>
                <a:gd name="connsiteX3" fmla="*/ 4068890 w 4068890"/>
                <a:gd name="connsiteY3" fmla="*/ 0 h 1551391"/>
                <a:gd name="connsiteX4" fmla="*/ 2682498 w 4068890"/>
                <a:gd name="connsiteY4" fmla="*/ 1551391 h 1551391"/>
                <a:gd name="connsiteX5" fmla="*/ 2019249 w 4068890"/>
                <a:gd name="connsiteY5" fmla="*/ 1551391 h 1551391"/>
                <a:gd name="connsiteX6" fmla="*/ 1671777 w 4068890"/>
                <a:gd name="connsiteY6" fmla="*/ 1551391 h 1551391"/>
                <a:gd name="connsiteX7" fmla="*/ 0 w 4068890"/>
                <a:gd name="connsiteY7" fmla="*/ 1551391 h 1551391"/>
                <a:gd name="connsiteX8" fmla="*/ 0 w 4068890"/>
                <a:gd name="connsiteY8" fmla="*/ 6055 h 1551391"/>
                <a:gd name="connsiteX0" fmla="*/ 60556 w 4068890"/>
                <a:gd name="connsiteY0" fmla="*/ 6055 h 1551391"/>
                <a:gd name="connsiteX1" fmla="*/ 1671777 w 4068890"/>
                <a:gd name="connsiteY1" fmla="*/ 6055 h 1551391"/>
                <a:gd name="connsiteX2" fmla="*/ 2019249 w 4068890"/>
                <a:gd name="connsiteY2" fmla="*/ 6055 h 1551391"/>
                <a:gd name="connsiteX3" fmla="*/ 4068890 w 4068890"/>
                <a:gd name="connsiteY3" fmla="*/ 0 h 1551391"/>
                <a:gd name="connsiteX4" fmla="*/ 2682498 w 4068890"/>
                <a:gd name="connsiteY4" fmla="*/ 1551391 h 1551391"/>
                <a:gd name="connsiteX5" fmla="*/ 2019249 w 4068890"/>
                <a:gd name="connsiteY5" fmla="*/ 1551391 h 1551391"/>
                <a:gd name="connsiteX6" fmla="*/ 1671777 w 4068890"/>
                <a:gd name="connsiteY6" fmla="*/ 1551391 h 1551391"/>
                <a:gd name="connsiteX7" fmla="*/ 0 w 4068890"/>
                <a:gd name="connsiteY7" fmla="*/ 1551391 h 1551391"/>
                <a:gd name="connsiteX8" fmla="*/ 60556 w 4068890"/>
                <a:gd name="connsiteY8" fmla="*/ 6055 h 1551391"/>
                <a:gd name="connsiteX0" fmla="*/ 0 w 4008334"/>
                <a:gd name="connsiteY0" fmla="*/ 6055 h 1557446"/>
                <a:gd name="connsiteX1" fmla="*/ 1611221 w 4008334"/>
                <a:gd name="connsiteY1" fmla="*/ 6055 h 1557446"/>
                <a:gd name="connsiteX2" fmla="*/ 1958693 w 4008334"/>
                <a:gd name="connsiteY2" fmla="*/ 6055 h 1557446"/>
                <a:gd name="connsiteX3" fmla="*/ 4008334 w 4008334"/>
                <a:gd name="connsiteY3" fmla="*/ 0 h 1557446"/>
                <a:gd name="connsiteX4" fmla="*/ 2621942 w 4008334"/>
                <a:gd name="connsiteY4" fmla="*/ 1551391 h 1557446"/>
                <a:gd name="connsiteX5" fmla="*/ 1958693 w 4008334"/>
                <a:gd name="connsiteY5" fmla="*/ 1551391 h 1557446"/>
                <a:gd name="connsiteX6" fmla="*/ 1611221 w 4008334"/>
                <a:gd name="connsiteY6" fmla="*/ 1551391 h 1557446"/>
                <a:gd name="connsiteX7" fmla="*/ 0 w 4008334"/>
                <a:gd name="connsiteY7" fmla="*/ 1557446 h 1557446"/>
                <a:gd name="connsiteX8" fmla="*/ 0 w 4008334"/>
                <a:gd name="connsiteY8" fmla="*/ 6055 h 1557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8334" h="1557446">
                  <a:moveTo>
                    <a:pt x="0" y="6055"/>
                  </a:moveTo>
                  <a:lnTo>
                    <a:pt x="1611221" y="6055"/>
                  </a:lnTo>
                  <a:lnTo>
                    <a:pt x="1958693" y="6055"/>
                  </a:lnTo>
                  <a:lnTo>
                    <a:pt x="4008334" y="0"/>
                  </a:lnTo>
                  <a:lnTo>
                    <a:pt x="2621942" y="1551391"/>
                  </a:lnTo>
                  <a:lnTo>
                    <a:pt x="1958693" y="1551391"/>
                  </a:lnTo>
                  <a:lnTo>
                    <a:pt x="1611221" y="1551391"/>
                  </a:lnTo>
                  <a:lnTo>
                    <a:pt x="0" y="1557446"/>
                  </a:lnTo>
                  <a:lnTo>
                    <a:pt x="0" y="6055"/>
                  </a:lnTo>
                  <a:close/>
                </a:path>
              </a:pathLst>
            </a:custGeom>
            <a:gradFill>
              <a:gsLst>
                <a:gs pos="100000">
                  <a:srgbClr val="FF6600">
                    <a:alpha val="80000"/>
                  </a:srgbClr>
                </a:gs>
                <a:gs pos="33000">
                  <a:srgbClr val="7D22C3">
                    <a:alpha val="80000"/>
                  </a:srgbClr>
                </a:gs>
                <a:gs pos="0">
                  <a:srgbClr val="4D148C">
                    <a:alpha val="8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7" name="Picture 46" descr="Logo&#10;&#10;Description automatically generated">
              <a:extLst>
                <a:ext uri="{FF2B5EF4-FFF2-40B4-BE49-F238E27FC236}">
                  <a16:creationId xmlns:a16="http://schemas.microsoft.com/office/drawing/2014/main" id="{D7D86B4B-2544-F24B-B328-5DD00295A2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2624688" y="2145650"/>
              <a:ext cx="1536460" cy="859536"/>
            </a:xfrm>
            <a:prstGeom prst="rect">
              <a:avLst/>
            </a:prstGeom>
          </p:spPr>
        </p:pic>
        <p:sp>
          <p:nvSpPr>
            <p:cNvPr id="79" name="Text Box 2">
              <a:extLst>
                <a:ext uri="{FF2B5EF4-FFF2-40B4-BE49-F238E27FC236}">
                  <a16:creationId xmlns:a16="http://schemas.microsoft.com/office/drawing/2014/main" id="{3518F741-E121-AA46-8766-BA84331FB564}"/>
                </a:ext>
              </a:extLst>
            </p:cNvPr>
            <p:cNvSpPr txBox="1">
              <a:spLocks noChangeArrowheads="1"/>
            </p:cNvSpPr>
            <p:nvPr/>
          </p:nvSpPr>
          <p:spPr bwMode="auto">
            <a:xfrm>
              <a:off x="3822686" y="2275082"/>
              <a:ext cx="2312300" cy="707886"/>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Email headline.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eicitiam</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a:t>
              </a:r>
              <a:endParaRPr lang="en-US" sz="2000" dirty="0">
                <a:solidFill>
                  <a:schemeClr val="bg1"/>
                </a:solidFill>
                <a:effectLst/>
                <a:latin typeface="FedEx Sans" panose="020B0603020203020204" pitchFamily="34" charset="0"/>
                <a:ea typeface="FedEx Sans" panose="020B0603020203020204" pitchFamily="34" charset="0"/>
                <a:cs typeface="FedEx Sans" panose="020B0603020203020204" pitchFamily="34" charset="0"/>
              </a:endParaRPr>
            </a:p>
          </p:txBody>
        </p:sp>
      </p:grpSp>
      <p:grpSp>
        <p:nvGrpSpPr>
          <p:cNvPr id="18" name="Group 17">
            <a:extLst>
              <a:ext uri="{FF2B5EF4-FFF2-40B4-BE49-F238E27FC236}">
                <a16:creationId xmlns:a16="http://schemas.microsoft.com/office/drawing/2014/main" id="{C0E07CE7-A849-F148-B07E-A39F22643C35}"/>
              </a:ext>
            </a:extLst>
          </p:cNvPr>
          <p:cNvGrpSpPr/>
          <p:nvPr/>
        </p:nvGrpSpPr>
        <p:grpSpPr>
          <a:xfrm>
            <a:off x="2900223" y="140044"/>
            <a:ext cx="5715000" cy="1559270"/>
            <a:chOff x="2900223" y="140044"/>
            <a:chExt cx="5715000" cy="1559270"/>
          </a:xfrm>
        </p:grpSpPr>
        <p:pic>
          <p:nvPicPr>
            <p:cNvPr id="76" name="Picture 75" descr="A picture containing person, indoor, computer&#10;&#10;Description automatically generated">
              <a:extLst>
                <a:ext uri="{FF2B5EF4-FFF2-40B4-BE49-F238E27FC236}">
                  <a16:creationId xmlns:a16="http://schemas.microsoft.com/office/drawing/2014/main" id="{E6A6BA51-2B19-FB4F-AC72-15A4089D0F50}"/>
                </a:ext>
              </a:extLst>
            </p:cNvPr>
            <p:cNvPicPr>
              <a:picLocks/>
            </p:cNvPicPr>
            <p:nvPr/>
          </p:nvPicPr>
          <p:blipFill rotWithShape="1">
            <a:blip r:embed="rId3">
              <a:extLst>
                <a:ext uri="{28A0092B-C50C-407E-A947-70E740481C1C}">
                  <a14:useLocalDpi xmlns:a14="http://schemas.microsoft.com/office/drawing/2010/main" val="0"/>
                </a:ext>
              </a:extLst>
            </a:blip>
            <a:srcRect t="4606" b="16604"/>
            <a:stretch/>
          </p:blipFill>
          <p:spPr>
            <a:xfrm>
              <a:off x="2900223" y="144834"/>
              <a:ext cx="5715000" cy="1554480"/>
            </a:xfrm>
            <a:prstGeom prst="rect">
              <a:avLst/>
            </a:prstGeom>
          </p:spPr>
        </p:pic>
        <p:sp>
          <p:nvSpPr>
            <p:cNvPr id="75" name="Freeform 74">
              <a:extLst>
                <a:ext uri="{FF2B5EF4-FFF2-40B4-BE49-F238E27FC236}">
                  <a16:creationId xmlns:a16="http://schemas.microsoft.com/office/drawing/2014/main" id="{98EFAD4F-4C2C-9C49-A5B5-308D9163D474}"/>
                </a:ext>
              </a:extLst>
            </p:cNvPr>
            <p:cNvSpPr>
              <a:spLocks noChangeAspect="1"/>
            </p:cNvSpPr>
            <p:nvPr/>
          </p:nvSpPr>
          <p:spPr>
            <a:xfrm>
              <a:off x="2900223" y="144834"/>
              <a:ext cx="4000701" cy="1554480"/>
            </a:xfrm>
            <a:custGeom>
              <a:avLst/>
              <a:gdLst>
                <a:gd name="connsiteX0" fmla="*/ 0 w 3517828"/>
                <a:gd name="connsiteY0" fmla="*/ 0 h 1545336"/>
                <a:gd name="connsiteX1" fmla="*/ 1671777 w 3517828"/>
                <a:gd name="connsiteY1" fmla="*/ 0 h 1545336"/>
                <a:gd name="connsiteX2" fmla="*/ 2019249 w 3517828"/>
                <a:gd name="connsiteY2" fmla="*/ 0 h 1545336"/>
                <a:gd name="connsiteX3" fmla="*/ 3517828 w 3517828"/>
                <a:gd name="connsiteY3" fmla="*/ 0 h 1545336"/>
                <a:gd name="connsiteX4" fmla="*/ 2682498 w 3517828"/>
                <a:gd name="connsiteY4" fmla="*/ 1545336 h 1545336"/>
                <a:gd name="connsiteX5" fmla="*/ 2019249 w 3517828"/>
                <a:gd name="connsiteY5" fmla="*/ 1545336 h 1545336"/>
                <a:gd name="connsiteX6" fmla="*/ 1671777 w 3517828"/>
                <a:gd name="connsiteY6" fmla="*/ 1545336 h 1545336"/>
                <a:gd name="connsiteX7" fmla="*/ 0 w 3517828"/>
                <a:gd name="connsiteY7" fmla="*/ 1545336 h 1545336"/>
                <a:gd name="connsiteX0" fmla="*/ 0 w 4068890"/>
                <a:gd name="connsiteY0" fmla="*/ 6055 h 1551391"/>
                <a:gd name="connsiteX1" fmla="*/ 1671777 w 4068890"/>
                <a:gd name="connsiteY1" fmla="*/ 6055 h 1551391"/>
                <a:gd name="connsiteX2" fmla="*/ 2019249 w 4068890"/>
                <a:gd name="connsiteY2" fmla="*/ 6055 h 1551391"/>
                <a:gd name="connsiteX3" fmla="*/ 4068890 w 4068890"/>
                <a:gd name="connsiteY3" fmla="*/ 0 h 1551391"/>
                <a:gd name="connsiteX4" fmla="*/ 2682498 w 4068890"/>
                <a:gd name="connsiteY4" fmla="*/ 1551391 h 1551391"/>
                <a:gd name="connsiteX5" fmla="*/ 2019249 w 4068890"/>
                <a:gd name="connsiteY5" fmla="*/ 1551391 h 1551391"/>
                <a:gd name="connsiteX6" fmla="*/ 1671777 w 4068890"/>
                <a:gd name="connsiteY6" fmla="*/ 1551391 h 1551391"/>
                <a:gd name="connsiteX7" fmla="*/ 0 w 4068890"/>
                <a:gd name="connsiteY7" fmla="*/ 1551391 h 1551391"/>
                <a:gd name="connsiteX8" fmla="*/ 0 w 4068890"/>
                <a:gd name="connsiteY8" fmla="*/ 6055 h 1551391"/>
                <a:gd name="connsiteX0" fmla="*/ 60556 w 4068890"/>
                <a:gd name="connsiteY0" fmla="*/ 6055 h 1551391"/>
                <a:gd name="connsiteX1" fmla="*/ 1671777 w 4068890"/>
                <a:gd name="connsiteY1" fmla="*/ 6055 h 1551391"/>
                <a:gd name="connsiteX2" fmla="*/ 2019249 w 4068890"/>
                <a:gd name="connsiteY2" fmla="*/ 6055 h 1551391"/>
                <a:gd name="connsiteX3" fmla="*/ 4068890 w 4068890"/>
                <a:gd name="connsiteY3" fmla="*/ 0 h 1551391"/>
                <a:gd name="connsiteX4" fmla="*/ 2682498 w 4068890"/>
                <a:gd name="connsiteY4" fmla="*/ 1551391 h 1551391"/>
                <a:gd name="connsiteX5" fmla="*/ 2019249 w 4068890"/>
                <a:gd name="connsiteY5" fmla="*/ 1551391 h 1551391"/>
                <a:gd name="connsiteX6" fmla="*/ 1671777 w 4068890"/>
                <a:gd name="connsiteY6" fmla="*/ 1551391 h 1551391"/>
                <a:gd name="connsiteX7" fmla="*/ 0 w 4068890"/>
                <a:gd name="connsiteY7" fmla="*/ 1551391 h 1551391"/>
                <a:gd name="connsiteX8" fmla="*/ 60556 w 4068890"/>
                <a:gd name="connsiteY8" fmla="*/ 6055 h 1551391"/>
                <a:gd name="connsiteX0" fmla="*/ 0 w 4008334"/>
                <a:gd name="connsiteY0" fmla="*/ 6055 h 1557446"/>
                <a:gd name="connsiteX1" fmla="*/ 1611221 w 4008334"/>
                <a:gd name="connsiteY1" fmla="*/ 6055 h 1557446"/>
                <a:gd name="connsiteX2" fmla="*/ 1958693 w 4008334"/>
                <a:gd name="connsiteY2" fmla="*/ 6055 h 1557446"/>
                <a:gd name="connsiteX3" fmla="*/ 4008334 w 4008334"/>
                <a:gd name="connsiteY3" fmla="*/ 0 h 1557446"/>
                <a:gd name="connsiteX4" fmla="*/ 2621942 w 4008334"/>
                <a:gd name="connsiteY4" fmla="*/ 1551391 h 1557446"/>
                <a:gd name="connsiteX5" fmla="*/ 1958693 w 4008334"/>
                <a:gd name="connsiteY5" fmla="*/ 1551391 h 1557446"/>
                <a:gd name="connsiteX6" fmla="*/ 1611221 w 4008334"/>
                <a:gd name="connsiteY6" fmla="*/ 1551391 h 1557446"/>
                <a:gd name="connsiteX7" fmla="*/ 0 w 4008334"/>
                <a:gd name="connsiteY7" fmla="*/ 1557446 h 1557446"/>
                <a:gd name="connsiteX8" fmla="*/ 0 w 4008334"/>
                <a:gd name="connsiteY8" fmla="*/ 6055 h 1557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8334" h="1557446">
                  <a:moveTo>
                    <a:pt x="0" y="6055"/>
                  </a:moveTo>
                  <a:lnTo>
                    <a:pt x="1611221" y="6055"/>
                  </a:lnTo>
                  <a:lnTo>
                    <a:pt x="1958693" y="6055"/>
                  </a:lnTo>
                  <a:lnTo>
                    <a:pt x="4008334" y="0"/>
                  </a:lnTo>
                  <a:lnTo>
                    <a:pt x="2621942" y="1551391"/>
                  </a:lnTo>
                  <a:lnTo>
                    <a:pt x="1958693" y="1551391"/>
                  </a:lnTo>
                  <a:lnTo>
                    <a:pt x="1611221" y="1551391"/>
                  </a:lnTo>
                  <a:lnTo>
                    <a:pt x="0" y="1557446"/>
                  </a:lnTo>
                  <a:lnTo>
                    <a:pt x="0" y="605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6" name="Picture 45" descr="Logo&#10;&#10;Description automatically generated">
              <a:extLst>
                <a:ext uri="{FF2B5EF4-FFF2-40B4-BE49-F238E27FC236}">
                  <a16:creationId xmlns:a16="http://schemas.microsoft.com/office/drawing/2014/main" id="{B5706DE4-55F0-A145-8B55-46CF1F32AB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2624688" y="478506"/>
              <a:ext cx="1536460" cy="859536"/>
            </a:xfrm>
            <a:prstGeom prst="rect">
              <a:avLst/>
            </a:prstGeom>
          </p:spPr>
        </p:pic>
        <p:sp>
          <p:nvSpPr>
            <p:cNvPr id="85" name="Text Box 2">
              <a:extLst>
                <a:ext uri="{FF2B5EF4-FFF2-40B4-BE49-F238E27FC236}">
                  <a16:creationId xmlns:a16="http://schemas.microsoft.com/office/drawing/2014/main" id="{CB28B136-4A2C-CB4E-BF84-94907B760988}"/>
                </a:ext>
              </a:extLst>
            </p:cNvPr>
            <p:cNvSpPr txBox="1">
              <a:spLocks noChangeArrowheads="1"/>
            </p:cNvSpPr>
            <p:nvPr/>
          </p:nvSpPr>
          <p:spPr bwMode="auto">
            <a:xfrm>
              <a:off x="3822686" y="604708"/>
              <a:ext cx="2099650" cy="707886"/>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Email headline.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eicitiam</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a:t>
              </a:r>
              <a:endParaRPr lang="en-US" sz="2000" dirty="0">
                <a:solidFill>
                  <a:schemeClr val="bg1"/>
                </a:solidFill>
                <a:effectLst/>
                <a:latin typeface="FedEx Sans" panose="020B0603020203020204" pitchFamily="34" charset="0"/>
                <a:ea typeface="FedEx Sans" panose="020B0603020203020204" pitchFamily="34" charset="0"/>
                <a:cs typeface="FedEx Sans" panose="020B0603020203020204" pitchFamily="34" charset="0"/>
              </a:endParaRPr>
            </a:p>
          </p:txBody>
        </p:sp>
      </p:grpSp>
      <p:grpSp>
        <p:nvGrpSpPr>
          <p:cNvPr id="21" name="Group 20">
            <a:extLst>
              <a:ext uri="{FF2B5EF4-FFF2-40B4-BE49-F238E27FC236}">
                <a16:creationId xmlns:a16="http://schemas.microsoft.com/office/drawing/2014/main" id="{5A48246E-6FA1-9D4F-9E1F-EAADFCF54C6C}"/>
              </a:ext>
            </a:extLst>
          </p:cNvPr>
          <p:cNvGrpSpPr/>
          <p:nvPr/>
        </p:nvGrpSpPr>
        <p:grpSpPr>
          <a:xfrm>
            <a:off x="2900223" y="5154402"/>
            <a:ext cx="5715000" cy="1559536"/>
            <a:chOff x="2900223" y="5154402"/>
            <a:chExt cx="5715000" cy="1559536"/>
          </a:xfrm>
        </p:grpSpPr>
        <p:pic>
          <p:nvPicPr>
            <p:cNvPr id="93" name="Picture 92" descr="A picture containing text, person, window&#10;&#10;Description automatically generated">
              <a:extLst>
                <a:ext uri="{FF2B5EF4-FFF2-40B4-BE49-F238E27FC236}">
                  <a16:creationId xmlns:a16="http://schemas.microsoft.com/office/drawing/2014/main" id="{3687BD80-AAAA-9447-91F5-74C9CD9848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2373" y="5159458"/>
              <a:ext cx="2602850" cy="1554480"/>
            </a:xfrm>
            <a:prstGeom prst="rect">
              <a:avLst/>
            </a:prstGeom>
          </p:spPr>
        </p:pic>
        <p:sp>
          <p:nvSpPr>
            <p:cNvPr id="94" name="Freeform 93">
              <a:extLst>
                <a:ext uri="{FF2B5EF4-FFF2-40B4-BE49-F238E27FC236}">
                  <a16:creationId xmlns:a16="http://schemas.microsoft.com/office/drawing/2014/main" id="{BB9D8064-094E-9547-BB69-F94B47282B66}"/>
                </a:ext>
              </a:extLst>
            </p:cNvPr>
            <p:cNvSpPr>
              <a:spLocks/>
            </p:cNvSpPr>
            <p:nvPr/>
          </p:nvSpPr>
          <p:spPr>
            <a:xfrm>
              <a:off x="2900223" y="5159458"/>
              <a:ext cx="4081329" cy="1554480"/>
            </a:xfrm>
            <a:custGeom>
              <a:avLst/>
              <a:gdLst>
                <a:gd name="connsiteX0" fmla="*/ 4081062 w 4081329"/>
                <a:gd name="connsiteY0" fmla="*/ 0 h 1545336"/>
                <a:gd name="connsiteX1" fmla="*/ 4081329 w 4081329"/>
                <a:gd name="connsiteY1" fmla="*/ 0 h 1545336"/>
                <a:gd name="connsiteX2" fmla="*/ 4081329 w 4081329"/>
                <a:gd name="connsiteY2" fmla="*/ 279 h 1545336"/>
                <a:gd name="connsiteX3" fmla="*/ 0 w 4081329"/>
                <a:gd name="connsiteY3" fmla="*/ 0 h 1545336"/>
                <a:gd name="connsiteX4" fmla="*/ 2631681 w 4081329"/>
                <a:gd name="connsiteY4" fmla="*/ 0 h 1545336"/>
                <a:gd name="connsiteX5" fmla="*/ 2901488 w 4081329"/>
                <a:gd name="connsiteY5" fmla="*/ 0 h 1545336"/>
                <a:gd name="connsiteX6" fmla="*/ 3287592 w 4081329"/>
                <a:gd name="connsiteY6" fmla="*/ 0 h 1545336"/>
                <a:gd name="connsiteX7" fmla="*/ 4030595 w 4081329"/>
                <a:gd name="connsiteY7" fmla="*/ 791625 h 1545336"/>
                <a:gd name="connsiteX8" fmla="*/ 3326030 w 4081329"/>
                <a:gd name="connsiteY8" fmla="*/ 1545336 h 1545336"/>
                <a:gd name="connsiteX9" fmla="*/ 2901488 w 4081329"/>
                <a:gd name="connsiteY9" fmla="*/ 1545336 h 1545336"/>
                <a:gd name="connsiteX10" fmla="*/ 2631681 w 4081329"/>
                <a:gd name="connsiteY10" fmla="*/ 1545336 h 1545336"/>
                <a:gd name="connsiteX11" fmla="*/ 0 w 4081329"/>
                <a:gd name="connsiteY11" fmla="*/ 1545336 h 1545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81329" h="1545336">
                  <a:moveTo>
                    <a:pt x="4081062" y="0"/>
                  </a:moveTo>
                  <a:lnTo>
                    <a:pt x="4081329" y="0"/>
                  </a:lnTo>
                  <a:lnTo>
                    <a:pt x="4081329" y="279"/>
                  </a:lnTo>
                  <a:close/>
                  <a:moveTo>
                    <a:pt x="0" y="0"/>
                  </a:moveTo>
                  <a:lnTo>
                    <a:pt x="2631681" y="0"/>
                  </a:lnTo>
                  <a:lnTo>
                    <a:pt x="2901488" y="0"/>
                  </a:lnTo>
                  <a:lnTo>
                    <a:pt x="3287592" y="0"/>
                  </a:lnTo>
                  <a:lnTo>
                    <a:pt x="4030595" y="791625"/>
                  </a:lnTo>
                  <a:lnTo>
                    <a:pt x="3326030" y="1545336"/>
                  </a:lnTo>
                  <a:lnTo>
                    <a:pt x="2901488" y="1545336"/>
                  </a:lnTo>
                  <a:lnTo>
                    <a:pt x="2631681" y="1545336"/>
                  </a:lnTo>
                  <a:lnTo>
                    <a:pt x="0" y="1545336"/>
                  </a:lnTo>
                  <a:close/>
                </a:path>
              </a:pathLst>
            </a:custGeom>
            <a:gradFill flip="none" rotWithShape="1">
              <a:gsLst>
                <a:gs pos="0">
                  <a:srgbClr val="4D148C"/>
                </a:gs>
                <a:gs pos="33000">
                  <a:srgbClr val="7D22C3"/>
                </a:gs>
                <a:gs pos="100000">
                  <a:srgbClr val="FF6600">
                    <a:alpha val="9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Picture 47" descr="Logo&#10;&#10;Description automatically generated">
              <a:extLst>
                <a:ext uri="{FF2B5EF4-FFF2-40B4-BE49-F238E27FC236}">
                  <a16:creationId xmlns:a16="http://schemas.microsoft.com/office/drawing/2014/main" id="{BD7CA04E-4677-CE4B-A422-D66D567DF7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2624688" y="5492864"/>
              <a:ext cx="1536460" cy="859536"/>
            </a:xfrm>
            <a:prstGeom prst="rect">
              <a:avLst/>
            </a:prstGeom>
          </p:spPr>
        </p:pic>
        <p:sp>
          <p:nvSpPr>
            <p:cNvPr id="95" name="Text Box 2">
              <a:extLst>
                <a:ext uri="{FF2B5EF4-FFF2-40B4-BE49-F238E27FC236}">
                  <a16:creationId xmlns:a16="http://schemas.microsoft.com/office/drawing/2014/main" id="{17F9D389-F347-0E49-8F64-C30B6AE2E2A7}"/>
                </a:ext>
              </a:extLst>
            </p:cNvPr>
            <p:cNvSpPr txBox="1">
              <a:spLocks noChangeArrowheads="1"/>
            </p:cNvSpPr>
            <p:nvPr/>
          </p:nvSpPr>
          <p:spPr bwMode="auto">
            <a:xfrm>
              <a:off x="3822686" y="5624400"/>
              <a:ext cx="2099649" cy="707886"/>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Email headline.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eicitiam</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a:t>
              </a:r>
              <a:endParaRPr lang="en-US" sz="2000" dirty="0">
                <a:solidFill>
                  <a:schemeClr val="bg1"/>
                </a:solidFill>
                <a:effectLst/>
                <a:latin typeface="FedEx Sans" panose="020B0603020203020204" pitchFamily="34" charset="0"/>
                <a:ea typeface="FedEx Sans" panose="020B0603020203020204" pitchFamily="34" charset="0"/>
                <a:cs typeface="FedEx Sans" panose="020B0603020203020204" pitchFamily="34" charset="0"/>
              </a:endParaRPr>
            </a:p>
          </p:txBody>
        </p:sp>
      </p:grpSp>
      <p:grpSp>
        <p:nvGrpSpPr>
          <p:cNvPr id="20" name="Group 19">
            <a:extLst>
              <a:ext uri="{FF2B5EF4-FFF2-40B4-BE49-F238E27FC236}">
                <a16:creationId xmlns:a16="http://schemas.microsoft.com/office/drawing/2014/main" id="{D1678C2E-558D-2646-AB2D-06C515163513}"/>
              </a:ext>
            </a:extLst>
          </p:cNvPr>
          <p:cNvGrpSpPr/>
          <p:nvPr/>
        </p:nvGrpSpPr>
        <p:grpSpPr>
          <a:xfrm>
            <a:off x="2900223" y="3480673"/>
            <a:ext cx="5715000" cy="1561079"/>
            <a:chOff x="2900223" y="3480673"/>
            <a:chExt cx="5715000" cy="1561079"/>
          </a:xfrm>
        </p:grpSpPr>
        <p:pic>
          <p:nvPicPr>
            <p:cNvPr id="11" name="Picture 10" descr="A picture containing text, person, window&#10;&#10;Description automatically generated">
              <a:extLst>
                <a:ext uri="{FF2B5EF4-FFF2-40B4-BE49-F238E27FC236}">
                  <a16:creationId xmlns:a16="http://schemas.microsoft.com/office/drawing/2014/main" id="{7AF8B50E-6CAD-1B44-B367-581A7B1688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2373" y="3487272"/>
              <a:ext cx="2602850" cy="1554480"/>
            </a:xfrm>
            <a:prstGeom prst="rect">
              <a:avLst/>
            </a:prstGeom>
            <a:ln w="3175">
              <a:noFill/>
            </a:ln>
          </p:spPr>
        </p:pic>
        <p:sp>
          <p:nvSpPr>
            <p:cNvPr id="84" name="Freeform 83">
              <a:extLst>
                <a:ext uri="{FF2B5EF4-FFF2-40B4-BE49-F238E27FC236}">
                  <a16:creationId xmlns:a16="http://schemas.microsoft.com/office/drawing/2014/main" id="{77FCAB93-62EB-564C-99E5-242D1380110D}"/>
                </a:ext>
              </a:extLst>
            </p:cNvPr>
            <p:cNvSpPr>
              <a:spLocks/>
            </p:cNvSpPr>
            <p:nvPr/>
          </p:nvSpPr>
          <p:spPr>
            <a:xfrm>
              <a:off x="2900223" y="3487272"/>
              <a:ext cx="4081329" cy="1554480"/>
            </a:xfrm>
            <a:custGeom>
              <a:avLst/>
              <a:gdLst>
                <a:gd name="connsiteX0" fmla="*/ 4081062 w 4081329"/>
                <a:gd name="connsiteY0" fmla="*/ 0 h 1545336"/>
                <a:gd name="connsiteX1" fmla="*/ 4081329 w 4081329"/>
                <a:gd name="connsiteY1" fmla="*/ 0 h 1545336"/>
                <a:gd name="connsiteX2" fmla="*/ 4081329 w 4081329"/>
                <a:gd name="connsiteY2" fmla="*/ 279 h 1545336"/>
                <a:gd name="connsiteX3" fmla="*/ 0 w 4081329"/>
                <a:gd name="connsiteY3" fmla="*/ 0 h 1545336"/>
                <a:gd name="connsiteX4" fmla="*/ 2631681 w 4081329"/>
                <a:gd name="connsiteY4" fmla="*/ 0 h 1545336"/>
                <a:gd name="connsiteX5" fmla="*/ 2901488 w 4081329"/>
                <a:gd name="connsiteY5" fmla="*/ 0 h 1545336"/>
                <a:gd name="connsiteX6" fmla="*/ 3287592 w 4081329"/>
                <a:gd name="connsiteY6" fmla="*/ 0 h 1545336"/>
                <a:gd name="connsiteX7" fmla="*/ 4030595 w 4081329"/>
                <a:gd name="connsiteY7" fmla="*/ 791625 h 1545336"/>
                <a:gd name="connsiteX8" fmla="*/ 3326030 w 4081329"/>
                <a:gd name="connsiteY8" fmla="*/ 1545336 h 1545336"/>
                <a:gd name="connsiteX9" fmla="*/ 2901488 w 4081329"/>
                <a:gd name="connsiteY9" fmla="*/ 1545336 h 1545336"/>
                <a:gd name="connsiteX10" fmla="*/ 2631681 w 4081329"/>
                <a:gd name="connsiteY10" fmla="*/ 1545336 h 1545336"/>
                <a:gd name="connsiteX11" fmla="*/ 0 w 4081329"/>
                <a:gd name="connsiteY11" fmla="*/ 1545336 h 1545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81329" h="1545336">
                  <a:moveTo>
                    <a:pt x="4081062" y="0"/>
                  </a:moveTo>
                  <a:lnTo>
                    <a:pt x="4081329" y="0"/>
                  </a:lnTo>
                  <a:lnTo>
                    <a:pt x="4081329" y="279"/>
                  </a:lnTo>
                  <a:close/>
                  <a:moveTo>
                    <a:pt x="0" y="0"/>
                  </a:moveTo>
                  <a:lnTo>
                    <a:pt x="2631681" y="0"/>
                  </a:lnTo>
                  <a:lnTo>
                    <a:pt x="2901488" y="0"/>
                  </a:lnTo>
                  <a:lnTo>
                    <a:pt x="3287592" y="0"/>
                  </a:lnTo>
                  <a:lnTo>
                    <a:pt x="4030595" y="791625"/>
                  </a:lnTo>
                  <a:lnTo>
                    <a:pt x="3326030" y="1545336"/>
                  </a:lnTo>
                  <a:lnTo>
                    <a:pt x="2901488" y="1545336"/>
                  </a:lnTo>
                  <a:lnTo>
                    <a:pt x="2631681" y="1545336"/>
                  </a:lnTo>
                  <a:lnTo>
                    <a:pt x="0" y="1545336"/>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5" name="Picture 44">
              <a:extLst>
                <a:ext uri="{FF2B5EF4-FFF2-40B4-BE49-F238E27FC236}">
                  <a16:creationId xmlns:a16="http://schemas.microsoft.com/office/drawing/2014/main" id="{AD82FF60-2502-D647-9CBE-CA4561845A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2624688" y="3819135"/>
              <a:ext cx="1536460" cy="859536"/>
            </a:xfrm>
            <a:prstGeom prst="rect">
              <a:avLst/>
            </a:prstGeom>
          </p:spPr>
        </p:pic>
        <p:sp>
          <p:nvSpPr>
            <p:cNvPr id="63" name="Text Box 2">
              <a:extLst>
                <a:ext uri="{FF2B5EF4-FFF2-40B4-BE49-F238E27FC236}">
                  <a16:creationId xmlns:a16="http://schemas.microsoft.com/office/drawing/2014/main" id="{900E1E64-AB68-C549-96FF-0AA515F77BC8}"/>
                </a:ext>
              </a:extLst>
            </p:cNvPr>
            <p:cNvSpPr txBox="1">
              <a:spLocks noChangeArrowheads="1"/>
            </p:cNvSpPr>
            <p:nvPr/>
          </p:nvSpPr>
          <p:spPr bwMode="auto">
            <a:xfrm>
              <a:off x="3822686" y="3956907"/>
              <a:ext cx="2140522" cy="707886"/>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rgbClr val="4D148C"/>
                  </a:solidFill>
                  <a:latin typeface="FedEx Sans" panose="020B0603020203020204" pitchFamily="34" charset="0"/>
                  <a:ea typeface="FedEx Sans" panose="020B0603020203020204" pitchFamily="34" charset="0"/>
                  <a:cs typeface="FedEx Sans" panose="020B0603020203020204" pitchFamily="34" charset="0"/>
                </a:rPr>
                <a:t>Email headline. </a:t>
              </a:r>
            </a:p>
            <a:p>
              <a:pPr marL="0" marR="0">
                <a:spcBef>
                  <a:spcPts val="0"/>
                </a:spcBef>
                <a:spcAft>
                  <a:spcPts val="0"/>
                </a:spcAft>
              </a:pPr>
              <a:r>
                <a:rPr lang="en-US" sz="2000" dirty="0" err="1">
                  <a:solidFill>
                    <a:srgbClr val="4D148C"/>
                  </a:solidFill>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rgbClr val="4D148C"/>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4D148C"/>
                  </a:solidFill>
                  <a:latin typeface="FedEx Sans" panose="020B0603020203020204" pitchFamily="34" charset="0"/>
                  <a:ea typeface="FedEx Sans" panose="020B0603020203020204" pitchFamily="34" charset="0"/>
                  <a:cs typeface="FedEx Sans" panose="020B0603020203020204" pitchFamily="34" charset="0"/>
                </a:rPr>
                <a:t>eicitiam</a:t>
              </a:r>
              <a:r>
                <a:rPr lang="en-US" sz="2000" dirty="0">
                  <a:solidFill>
                    <a:srgbClr val="4D148C"/>
                  </a:solidFill>
                  <a:latin typeface="FedEx Sans" panose="020B0603020203020204" pitchFamily="34" charset="0"/>
                  <a:ea typeface="FedEx Sans" panose="020B0603020203020204" pitchFamily="34" charset="0"/>
                  <a:cs typeface="FedEx Sans" panose="020B0603020203020204" pitchFamily="34" charset="0"/>
                </a:rPr>
                <a:t>.</a:t>
              </a:r>
              <a:endParaRPr lang="en-US" sz="2000" dirty="0">
                <a:solidFill>
                  <a:srgbClr val="4D148C"/>
                </a:solidFill>
                <a:effectLst/>
                <a:latin typeface="FedEx Sans" panose="020B0603020203020204" pitchFamily="34" charset="0"/>
                <a:ea typeface="FedEx Sans" panose="020B0603020203020204" pitchFamily="34" charset="0"/>
                <a:cs typeface="FedEx Sans" panose="020B0603020203020204" pitchFamily="34" charset="0"/>
              </a:endParaRPr>
            </a:p>
          </p:txBody>
        </p:sp>
        <p:sp>
          <p:nvSpPr>
            <p:cNvPr id="13" name="Rectangle 12">
              <a:extLst>
                <a:ext uri="{FF2B5EF4-FFF2-40B4-BE49-F238E27FC236}">
                  <a16:creationId xmlns:a16="http://schemas.microsoft.com/office/drawing/2014/main" id="{B543C606-6FC7-0246-909F-7C56581A002F}"/>
                </a:ext>
              </a:extLst>
            </p:cNvPr>
            <p:cNvSpPr/>
            <p:nvPr/>
          </p:nvSpPr>
          <p:spPr>
            <a:xfrm>
              <a:off x="2900223" y="3487272"/>
              <a:ext cx="5715000" cy="1554480"/>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Content Placeholder 6">
            <a:extLst>
              <a:ext uri="{FF2B5EF4-FFF2-40B4-BE49-F238E27FC236}">
                <a16:creationId xmlns:a16="http://schemas.microsoft.com/office/drawing/2014/main" id="{05BCBA88-FD8A-6542-B87B-B1EDEC15D219}"/>
              </a:ext>
            </a:extLst>
          </p:cNvPr>
          <p:cNvSpPr txBox="1">
            <a:spLocks/>
          </p:cNvSpPr>
          <p:nvPr/>
        </p:nvSpPr>
        <p:spPr>
          <a:xfrm>
            <a:off x="433810" y="291871"/>
            <a:ext cx="2015476" cy="2054324"/>
          </a:xfrm>
          <a:prstGeom prst="rect">
            <a:avLst/>
          </a:prstGeom>
        </p:spPr>
        <p:txBody>
          <a:bodyPr/>
          <a:lstStyle>
            <a:lvl1pPr marL="0" indent="0" algn="l" rtl="0" eaLnBrk="1" fontAlgn="base" hangingPunct="1">
              <a:spcBef>
                <a:spcPts val="1200"/>
              </a:spcBef>
              <a:spcAft>
                <a:spcPct val="0"/>
              </a:spcAft>
              <a:buSzPct val="90000"/>
              <a:buFont typeface="Arial" pitchFamily="34" charset="0"/>
              <a:defRPr sz="2000" b="1" kern="1200">
                <a:solidFill>
                  <a:schemeClr val="tx1"/>
                </a:solidFill>
                <a:latin typeface="Arial Narrow" pitchFamily="34" charset="0"/>
                <a:ea typeface="ＭＳ Ｐゴシック" pitchFamily="34" charset="-128"/>
                <a:cs typeface="+mn-cs"/>
              </a:defRPr>
            </a:lvl1pPr>
            <a:lvl2pPr marL="210312" indent="-210312" algn="l" rtl="0" eaLnBrk="1" fontAlgn="base" hangingPunct="1">
              <a:spcBef>
                <a:spcPts val="600"/>
              </a:spcBef>
              <a:spcAft>
                <a:spcPct val="0"/>
              </a:spcAft>
              <a:buSzPct val="90000"/>
              <a:buFont typeface="Arial" pitchFamily="34" charset="0"/>
              <a:buChar char="•"/>
              <a:defRPr sz="1800" kern="1200">
                <a:solidFill>
                  <a:schemeClr val="tx1"/>
                </a:solidFill>
                <a:latin typeface="Arial Narrow" pitchFamily="34" charset="0"/>
                <a:ea typeface="ＭＳ Ｐゴシック" pitchFamily="34" charset="-128"/>
                <a:cs typeface="+mn-cs"/>
              </a:defRPr>
            </a:lvl2pPr>
            <a:lvl3pPr marL="438912" indent="-209550" algn="l" rtl="0" eaLnBrk="1" fontAlgn="base" hangingPunct="1">
              <a:spcBef>
                <a:spcPts val="600"/>
              </a:spcBef>
              <a:spcAft>
                <a:spcPct val="0"/>
              </a:spcAft>
              <a:buSzPct val="90000"/>
              <a:buFont typeface="Lucida Grande" charset="0"/>
              <a:buChar char="–"/>
              <a:defRPr sz="1600" kern="1200">
                <a:solidFill>
                  <a:schemeClr val="tx1"/>
                </a:solidFill>
                <a:latin typeface="Arial Narrow" pitchFamily="34" charset="0"/>
                <a:ea typeface="ＭＳ Ｐゴシック" pitchFamily="34" charset="-128"/>
                <a:cs typeface="+mn-cs"/>
              </a:defRPr>
            </a:lvl3pPr>
            <a:lvl4pPr marL="649224" indent="-209550" algn="l" rtl="0" eaLnBrk="1" fontAlgn="base" hangingPunct="1">
              <a:spcBef>
                <a:spcPts val="600"/>
              </a:spcBef>
              <a:spcAft>
                <a:spcPct val="0"/>
              </a:spcAft>
              <a:buSzPct val="64000"/>
              <a:buFont typeface="Courier New" pitchFamily="49" charset="0"/>
              <a:buChar char="o"/>
              <a:defRPr sz="1600" kern="1200">
                <a:solidFill>
                  <a:schemeClr val="tx1"/>
                </a:solidFill>
                <a:latin typeface="Arial Narrow" pitchFamily="34" charset="0"/>
                <a:ea typeface="ＭＳ Ｐゴシック" pitchFamily="34" charset="-128"/>
                <a:cs typeface="+mn-cs"/>
              </a:defRPr>
            </a:lvl4pPr>
            <a:lvl5pPr marL="859536" indent="-210312" algn="l" rtl="0" eaLnBrk="1" fontAlgn="base" hangingPunct="1">
              <a:spcBef>
                <a:spcPts val="600"/>
              </a:spcBef>
              <a:spcAft>
                <a:spcPct val="0"/>
              </a:spcAft>
              <a:buSzPct val="64000"/>
              <a:buFont typeface="Courier New" pitchFamily="49" charset="0"/>
              <a:buChar char="o"/>
              <a:defRPr sz="1600" kern="1200" baseline="0">
                <a:solidFill>
                  <a:schemeClr val="tx1"/>
                </a:solidFill>
                <a:latin typeface="Arial Narrow" pitchFamily="34" charset="0"/>
                <a:ea typeface="ＭＳ Ｐゴシック" pitchFamily="34" charset="-128"/>
                <a:cs typeface="+mn-cs"/>
              </a:defRPr>
            </a:lvl5pPr>
            <a:lvl6pPr marL="1124712" indent="-210312" algn="l" defTabSz="914400" rtl="0" eaLnBrk="1" latinLnBrk="0" hangingPunct="1">
              <a:spcBef>
                <a:spcPct val="20000"/>
              </a:spcBef>
              <a:buSzPct val="64000"/>
              <a:buFont typeface="Courier New" pitchFamily="49" charset="0"/>
              <a:buChar char="o"/>
              <a:defRPr sz="1600" kern="1200" baseline="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b="0" dirty="0">
                <a:latin typeface="FedEx Sans Cd" panose="020B0606020203020204" pitchFamily="34" charset="0"/>
                <a:ea typeface="FedEx Sans Cd" panose="020B0606020203020204" pitchFamily="34" charset="0"/>
                <a:cs typeface="FedEx Sans Cd" panose="020B0606020203020204" pitchFamily="34" charset="0"/>
              </a:rPr>
              <a:t>Email mastheads below are sized at 600px wide (6.25”). They will appear full size on a majority of email clients when viewed on desktop or laptop screen. When viewed on a mobile device, they will resize according to the width of the device.  </a:t>
            </a:r>
          </a:p>
          <a:p>
            <a:endParaRPr lang="en-US" sz="1200" b="0" dirty="0">
              <a:latin typeface="FedEx Sans Cd" panose="020B0606020203020204" pitchFamily="34" charset="0"/>
              <a:ea typeface="FedEx Sans Cd" panose="020B0606020203020204" pitchFamily="34" charset="0"/>
              <a:cs typeface="FedEx Sans Cd" panose="020B0606020203020204" pitchFamily="34" charset="0"/>
            </a:endParaRPr>
          </a:p>
        </p:txBody>
      </p:sp>
    </p:spTree>
    <p:extLst>
      <p:ext uri="{BB962C8B-B14F-4D97-AF65-F5344CB8AC3E}">
        <p14:creationId xmlns:p14="http://schemas.microsoft.com/office/powerpoint/2010/main" val="259196552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ontent Placeholder 6">
            <a:extLst>
              <a:ext uri="{FF2B5EF4-FFF2-40B4-BE49-F238E27FC236}">
                <a16:creationId xmlns:a16="http://schemas.microsoft.com/office/drawing/2014/main" id="{05BCBA88-FD8A-6542-B87B-B1EDEC15D219}"/>
              </a:ext>
            </a:extLst>
          </p:cNvPr>
          <p:cNvSpPr txBox="1">
            <a:spLocks/>
          </p:cNvSpPr>
          <p:nvPr/>
        </p:nvSpPr>
        <p:spPr>
          <a:xfrm>
            <a:off x="433810" y="291871"/>
            <a:ext cx="2015476" cy="2054324"/>
          </a:xfrm>
          <a:prstGeom prst="rect">
            <a:avLst/>
          </a:prstGeom>
        </p:spPr>
        <p:txBody>
          <a:bodyPr/>
          <a:lstStyle>
            <a:lvl1pPr marL="0" indent="0" algn="l" rtl="0" eaLnBrk="1" fontAlgn="base" hangingPunct="1">
              <a:spcBef>
                <a:spcPts val="1200"/>
              </a:spcBef>
              <a:spcAft>
                <a:spcPct val="0"/>
              </a:spcAft>
              <a:buSzPct val="90000"/>
              <a:buFont typeface="Arial" pitchFamily="34" charset="0"/>
              <a:defRPr sz="2000" b="1" kern="1200">
                <a:solidFill>
                  <a:schemeClr val="tx1"/>
                </a:solidFill>
                <a:latin typeface="Arial Narrow" pitchFamily="34" charset="0"/>
                <a:ea typeface="ＭＳ Ｐゴシック" pitchFamily="34" charset="-128"/>
                <a:cs typeface="+mn-cs"/>
              </a:defRPr>
            </a:lvl1pPr>
            <a:lvl2pPr marL="210312" indent="-210312" algn="l" rtl="0" eaLnBrk="1" fontAlgn="base" hangingPunct="1">
              <a:spcBef>
                <a:spcPts val="600"/>
              </a:spcBef>
              <a:spcAft>
                <a:spcPct val="0"/>
              </a:spcAft>
              <a:buSzPct val="90000"/>
              <a:buFont typeface="Arial" pitchFamily="34" charset="0"/>
              <a:buChar char="•"/>
              <a:defRPr sz="1800" kern="1200">
                <a:solidFill>
                  <a:schemeClr val="tx1"/>
                </a:solidFill>
                <a:latin typeface="Arial Narrow" pitchFamily="34" charset="0"/>
                <a:ea typeface="ＭＳ Ｐゴシック" pitchFamily="34" charset="-128"/>
                <a:cs typeface="+mn-cs"/>
              </a:defRPr>
            </a:lvl2pPr>
            <a:lvl3pPr marL="438912" indent="-209550" algn="l" rtl="0" eaLnBrk="1" fontAlgn="base" hangingPunct="1">
              <a:spcBef>
                <a:spcPts val="600"/>
              </a:spcBef>
              <a:spcAft>
                <a:spcPct val="0"/>
              </a:spcAft>
              <a:buSzPct val="90000"/>
              <a:buFont typeface="Lucida Grande" charset="0"/>
              <a:buChar char="–"/>
              <a:defRPr sz="1600" kern="1200">
                <a:solidFill>
                  <a:schemeClr val="tx1"/>
                </a:solidFill>
                <a:latin typeface="Arial Narrow" pitchFamily="34" charset="0"/>
                <a:ea typeface="ＭＳ Ｐゴシック" pitchFamily="34" charset="-128"/>
                <a:cs typeface="+mn-cs"/>
              </a:defRPr>
            </a:lvl3pPr>
            <a:lvl4pPr marL="649224" indent="-209550" algn="l" rtl="0" eaLnBrk="1" fontAlgn="base" hangingPunct="1">
              <a:spcBef>
                <a:spcPts val="600"/>
              </a:spcBef>
              <a:spcAft>
                <a:spcPct val="0"/>
              </a:spcAft>
              <a:buSzPct val="64000"/>
              <a:buFont typeface="Courier New" pitchFamily="49" charset="0"/>
              <a:buChar char="o"/>
              <a:defRPr sz="1600" kern="1200">
                <a:solidFill>
                  <a:schemeClr val="tx1"/>
                </a:solidFill>
                <a:latin typeface="Arial Narrow" pitchFamily="34" charset="0"/>
                <a:ea typeface="ＭＳ Ｐゴシック" pitchFamily="34" charset="-128"/>
                <a:cs typeface="+mn-cs"/>
              </a:defRPr>
            </a:lvl4pPr>
            <a:lvl5pPr marL="859536" indent="-210312" algn="l" rtl="0" eaLnBrk="1" fontAlgn="base" hangingPunct="1">
              <a:spcBef>
                <a:spcPts val="600"/>
              </a:spcBef>
              <a:spcAft>
                <a:spcPct val="0"/>
              </a:spcAft>
              <a:buSzPct val="64000"/>
              <a:buFont typeface="Courier New" pitchFamily="49" charset="0"/>
              <a:buChar char="o"/>
              <a:defRPr sz="1600" kern="1200" baseline="0">
                <a:solidFill>
                  <a:schemeClr val="tx1"/>
                </a:solidFill>
                <a:latin typeface="Arial Narrow" pitchFamily="34" charset="0"/>
                <a:ea typeface="ＭＳ Ｐゴシック" pitchFamily="34" charset="-128"/>
                <a:cs typeface="+mn-cs"/>
              </a:defRPr>
            </a:lvl5pPr>
            <a:lvl6pPr marL="1124712" indent="-210312" algn="l" defTabSz="914400" rtl="0" eaLnBrk="1" latinLnBrk="0" hangingPunct="1">
              <a:spcBef>
                <a:spcPct val="20000"/>
              </a:spcBef>
              <a:buSzPct val="64000"/>
              <a:buFont typeface="Courier New" pitchFamily="49" charset="0"/>
              <a:buChar char="o"/>
              <a:defRPr sz="1600" kern="1200" baseline="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b="0" dirty="0">
                <a:latin typeface="FedEx Sans Cd" panose="020B0606020203020204" pitchFamily="34" charset="0"/>
                <a:ea typeface="FedEx Sans Cd" panose="020B0606020203020204" pitchFamily="34" charset="0"/>
                <a:cs typeface="FedEx Sans Cd" panose="020B0606020203020204" pitchFamily="34" charset="0"/>
              </a:rPr>
              <a:t>Headshot mastheads are intended for executive communications.</a:t>
            </a:r>
          </a:p>
          <a:p>
            <a:endParaRPr lang="en-US" sz="1200" b="0" dirty="0">
              <a:latin typeface="FedEx Sans Cd" panose="020B0606020203020204" pitchFamily="34" charset="0"/>
              <a:ea typeface="FedEx Sans Cd" panose="020B0606020203020204" pitchFamily="34" charset="0"/>
              <a:cs typeface="FedEx Sans Cd" panose="020B0606020203020204" pitchFamily="34" charset="0"/>
            </a:endParaRPr>
          </a:p>
        </p:txBody>
      </p:sp>
      <p:grpSp>
        <p:nvGrpSpPr>
          <p:cNvPr id="7" name="Group 6">
            <a:extLst>
              <a:ext uri="{FF2B5EF4-FFF2-40B4-BE49-F238E27FC236}">
                <a16:creationId xmlns:a16="http://schemas.microsoft.com/office/drawing/2014/main" id="{EB92667E-5016-2B47-B6B0-464826E9E30B}"/>
              </a:ext>
            </a:extLst>
          </p:cNvPr>
          <p:cNvGrpSpPr/>
          <p:nvPr/>
        </p:nvGrpSpPr>
        <p:grpSpPr>
          <a:xfrm>
            <a:off x="2990184" y="334515"/>
            <a:ext cx="5715000" cy="2011680"/>
            <a:chOff x="2990184" y="334515"/>
            <a:chExt cx="5715000" cy="2011680"/>
          </a:xfrm>
        </p:grpSpPr>
        <p:sp>
          <p:nvSpPr>
            <p:cNvPr id="5" name="Rectangle 4">
              <a:extLst>
                <a:ext uri="{FF2B5EF4-FFF2-40B4-BE49-F238E27FC236}">
                  <a16:creationId xmlns:a16="http://schemas.microsoft.com/office/drawing/2014/main" id="{976E8345-07F4-1248-9F9D-FA439BF0C20B}"/>
                </a:ext>
              </a:extLst>
            </p:cNvPr>
            <p:cNvSpPr/>
            <p:nvPr/>
          </p:nvSpPr>
          <p:spPr>
            <a:xfrm>
              <a:off x="2990184" y="334515"/>
              <a:ext cx="5715000" cy="201168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490DFDB1-0076-E945-A84B-2EA7FA05D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2704548" y="901610"/>
              <a:ext cx="1765294" cy="987552"/>
            </a:xfrm>
            <a:prstGeom prst="rect">
              <a:avLst/>
            </a:prstGeom>
          </p:spPr>
        </p:pic>
        <p:sp>
          <p:nvSpPr>
            <p:cNvPr id="85" name="Text Box 2">
              <a:extLst>
                <a:ext uri="{FF2B5EF4-FFF2-40B4-BE49-F238E27FC236}">
                  <a16:creationId xmlns:a16="http://schemas.microsoft.com/office/drawing/2014/main" id="{CB28B136-4A2C-CB4E-BF84-94907B760988}"/>
                </a:ext>
              </a:extLst>
            </p:cNvPr>
            <p:cNvSpPr txBox="1">
              <a:spLocks noChangeArrowheads="1"/>
            </p:cNvSpPr>
            <p:nvPr/>
          </p:nvSpPr>
          <p:spPr bwMode="auto">
            <a:xfrm>
              <a:off x="4077497" y="779117"/>
              <a:ext cx="3354616" cy="1046440"/>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chemeClr val="tx2"/>
                  </a:solidFill>
                  <a:latin typeface="FedEx Sans" panose="020B0603020203020204" pitchFamily="34" charset="0"/>
                  <a:ea typeface="FedEx Sans" panose="020B0603020203020204" pitchFamily="34" charset="0"/>
                  <a:cs typeface="FedEx Sans" panose="020B0603020203020204" pitchFamily="34" charset="0"/>
                </a:rPr>
                <a:t>Email headline. </a:t>
              </a:r>
            </a:p>
            <a:p>
              <a:pPr marL="0" marR="0">
                <a:spcBef>
                  <a:spcPts val="0"/>
                </a:spcBef>
                <a:spcAft>
                  <a:spcPts val="0"/>
                </a:spcAft>
              </a:pPr>
              <a:r>
                <a:rPr lang="en-US" sz="2000" dirty="0" err="1">
                  <a:solidFill>
                    <a:schemeClr val="tx2"/>
                  </a:solidFill>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chemeClr val="tx2"/>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chemeClr val="tx2"/>
                  </a:solidFill>
                  <a:latin typeface="FedEx Sans" panose="020B0603020203020204" pitchFamily="34" charset="0"/>
                  <a:ea typeface="FedEx Sans" panose="020B0603020203020204" pitchFamily="34" charset="0"/>
                  <a:cs typeface="FedEx Sans" panose="020B0603020203020204" pitchFamily="34" charset="0"/>
                </a:rPr>
                <a:t>eicitiam</a:t>
              </a:r>
              <a:r>
                <a:rPr lang="en-US" sz="2000" dirty="0">
                  <a:solidFill>
                    <a:schemeClr val="tx2"/>
                  </a:solidFill>
                  <a:latin typeface="FedEx Sans" panose="020B0603020203020204" pitchFamily="34" charset="0"/>
                  <a:ea typeface="FedEx Sans" panose="020B0603020203020204" pitchFamily="34" charset="0"/>
                  <a:cs typeface="FedEx Sans" panose="020B0603020203020204" pitchFamily="34" charset="0"/>
                </a:rPr>
                <a:t>.</a:t>
              </a:r>
            </a:p>
            <a:p>
              <a:pPr marL="0" marR="0">
                <a:spcBef>
                  <a:spcPts val="0"/>
                </a:spcBef>
                <a:spcAft>
                  <a:spcPts val="0"/>
                </a:spcAft>
              </a:pPr>
              <a:endParaRPr lang="en-US" sz="800" dirty="0">
                <a:solidFill>
                  <a:schemeClr val="tx2"/>
                </a:solidFill>
                <a:latin typeface="FedEx Sans" panose="020B0603020203020204" pitchFamily="34" charset="0"/>
                <a:ea typeface="FedEx Sans" panose="020B0603020203020204" pitchFamily="34" charset="0"/>
                <a:cs typeface="FedEx Sans" panose="020B0603020203020204" pitchFamily="34" charset="0"/>
              </a:endParaRPr>
            </a:p>
            <a:p>
              <a:pPr marL="0" marR="0">
                <a:spcBef>
                  <a:spcPts val="0"/>
                </a:spcBef>
                <a:spcAft>
                  <a:spcPts val="0"/>
                </a:spcAft>
              </a:pPr>
              <a:r>
                <a:rPr lang="en-US" sz="1400" dirty="0">
                  <a:solidFill>
                    <a:schemeClr val="tx2"/>
                  </a:solidFill>
                  <a:latin typeface="FedEx Sans" panose="020B0603020203020204" pitchFamily="34" charset="0"/>
                  <a:ea typeface="FedEx Sans" panose="020B0603020203020204" pitchFamily="34" charset="0"/>
                  <a:cs typeface="FedEx Sans" panose="020B0603020203020204" pitchFamily="34" charset="0"/>
                </a:rPr>
                <a:t>Email subhead. </a:t>
              </a:r>
              <a:r>
                <a:rPr lang="en-US" sz="1400" dirty="0" err="1">
                  <a:solidFill>
                    <a:schemeClr val="tx2"/>
                  </a:solidFill>
                  <a:latin typeface="FedEx Sans" panose="020B0603020203020204" pitchFamily="34" charset="0"/>
                  <a:ea typeface="FedEx Sans" panose="020B0603020203020204" pitchFamily="34" charset="0"/>
                  <a:cs typeface="FedEx Sans" panose="020B0603020203020204" pitchFamily="34" charset="0"/>
                </a:rPr>
                <a:t>Ommo</a:t>
              </a:r>
              <a:r>
                <a:rPr lang="en-US" sz="1400" dirty="0">
                  <a:solidFill>
                    <a:schemeClr val="tx2"/>
                  </a:solidFill>
                  <a:latin typeface="FedEx Sans" panose="020B0603020203020204" pitchFamily="34" charset="0"/>
                  <a:ea typeface="FedEx Sans" panose="020B0603020203020204" pitchFamily="34" charset="0"/>
                  <a:cs typeface="FedEx Sans" panose="020B0603020203020204" pitchFamily="34" charset="0"/>
                </a:rPr>
                <a:t> </a:t>
              </a:r>
              <a:r>
                <a:rPr lang="en-US" sz="1400" dirty="0" err="1">
                  <a:solidFill>
                    <a:schemeClr val="tx2"/>
                  </a:solidFill>
                  <a:latin typeface="FedEx Sans" panose="020B0603020203020204" pitchFamily="34" charset="0"/>
                  <a:ea typeface="FedEx Sans" panose="020B0603020203020204" pitchFamily="34" charset="0"/>
                  <a:cs typeface="FedEx Sans" panose="020B0603020203020204" pitchFamily="34" charset="0"/>
                </a:rPr>
                <a:t>eicitiam</a:t>
              </a:r>
              <a:r>
                <a:rPr lang="en-US" sz="1400" dirty="0">
                  <a:solidFill>
                    <a:schemeClr val="tx2"/>
                  </a:solidFill>
                  <a:latin typeface="FedEx Sans" panose="020B0603020203020204" pitchFamily="34" charset="0"/>
                  <a:ea typeface="FedEx Sans" panose="020B0603020203020204" pitchFamily="34" charset="0"/>
                  <a:cs typeface="FedEx Sans" panose="020B0603020203020204" pitchFamily="34" charset="0"/>
                </a:rPr>
                <a:t>.</a:t>
              </a:r>
              <a:endParaRPr lang="en-US" sz="1400" dirty="0">
                <a:solidFill>
                  <a:schemeClr val="tx2"/>
                </a:solidFill>
                <a:effectLst/>
                <a:latin typeface="FedEx Sans" panose="020B0603020203020204" pitchFamily="34" charset="0"/>
                <a:ea typeface="FedEx Sans" panose="020B0603020203020204" pitchFamily="34" charset="0"/>
                <a:cs typeface="FedEx Sans" panose="020B0603020203020204" pitchFamily="34" charset="0"/>
              </a:endParaRPr>
            </a:p>
          </p:txBody>
        </p:sp>
        <p:sp>
          <p:nvSpPr>
            <p:cNvPr id="47" name="Text Box 2">
              <a:extLst>
                <a:ext uri="{FF2B5EF4-FFF2-40B4-BE49-F238E27FC236}">
                  <a16:creationId xmlns:a16="http://schemas.microsoft.com/office/drawing/2014/main" id="{6CDA52BC-439D-BB4C-9BD3-F81D1C42E4E0}"/>
                </a:ext>
              </a:extLst>
            </p:cNvPr>
            <p:cNvSpPr txBox="1">
              <a:spLocks noChangeArrowheads="1"/>
            </p:cNvSpPr>
            <p:nvPr/>
          </p:nvSpPr>
          <p:spPr bwMode="auto">
            <a:xfrm>
              <a:off x="7208696" y="1788113"/>
              <a:ext cx="1305399" cy="461665"/>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800" dirty="0">
                  <a:solidFill>
                    <a:schemeClr val="tx2"/>
                  </a:solidFill>
                  <a:effectLst/>
                  <a:latin typeface="FedEx Sans" panose="020B0603020203020204" pitchFamily="34" charset="0"/>
                  <a:ea typeface="FedEx Sans" panose="020B0603020203020204" pitchFamily="34" charset="0"/>
                  <a:cs typeface="FedEx Sans" panose="020B0603020203020204" pitchFamily="34" charset="0"/>
                </a:rPr>
                <a:t>&lt;Name&gt;</a:t>
              </a:r>
            </a:p>
            <a:p>
              <a:pPr marL="0" marR="0">
                <a:spcBef>
                  <a:spcPts val="0"/>
                </a:spcBef>
                <a:spcAft>
                  <a:spcPts val="0"/>
                </a:spcAft>
              </a:pPr>
              <a:r>
                <a:rPr lang="en-US" sz="800" dirty="0">
                  <a:solidFill>
                    <a:schemeClr val="tx2"/>
                  </a:solidFill>
                  <a:effectLst/>
                  <a:latin typeface="FedEx Sans" panose="020B0603020203020204" pitchFamily="34" charset="0"/>
                  <a:ea typeface="FedEx Sans" panose="020B0603020203020204" pitchFamily="34" charset="0"/>
                  <a:cs typeface="FedEx Sans" panose="020B0603020203020204" pitchFamily="34" charset="0"/>
                </a:rPr>
                <a:t>&lt;Title&gt;</a:t>
              </a:r>
            </a:p>
            <a:p>
              <a:pPr marL="0" marR="0">
                <a:spcBef>
                  <a:spcPts val="0"/>
                </a:spcBef>
                <a:spcAft>
                  <a:spcPts val="0"/>
                </a:spcAft>
              </a:pPr>
              <a:r>
                <a:rPr lang="en-US" sz="800" dirty="0">
                  <a:solidFill>
                    <a:schemeClr val="tx2"/>
                  </a:solidFill>
                  <a:effectLst/>
                  <a:latin typeface="FedEx Sans" panose="020B0603020203020204" pitchFamily="34" charset="0"/>
                  <a:ea typeface="FedEx Sans" panose="020B0603020203020204" pitchFamily="34" charset="0"/>
                  <a:cs typeface="FedEx Sans" panose="020B0603020203020204" pitchFamily="34" charset="0"/>
                </a:rPr>
                <a:t>&lt;Opco&gt;</a:t>
              </a:r>
              <a:endParaRPr lang="en-US" sz="900" dirty="0">
                <a:solidFill>
                  <a:schemeClr val="tx2"/>
                </a:solidFill>
                <a:effectLst/>
                <a:latin typeface="FedEx Sans" panose="020B0603020203020204" pitchFamily="34" charset="0"/>
                <a:ea typeface="FedEx Sans" panose="020B0603020203020204" pitchFamily="34" charset="0"/>
                <a:cs typeface="FedEx Sans" panose="020B0603020203020204" pitchFamily="34" charset="0"/>
              </a:endParaRPr>
            </a:p>
          </p:txBody>
        </p:sp>
        <p:pic>
          <p:nvPicPr>
            <p:cNvPr id="45" name="Picture 44">
              <a:extLst>
                <a:ext uri="{FF2B5EF4-FFF2-40B4-BE49-F238E27FC236}">
                  <a16:creationId xmlns:a16="http://schemas.microsoft.com/office/drawing/2014/main" id="{E6D1B5A0-8FEA-424A-99F1-A5E64BAF185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301153" y="583725"/>
              <a:ext cx="914400" cy="1143000"/>
            </a:xfrm>
            <a:prstGeom prst="rect">
              <a:avLst/>
            </a:prstGeom>
          </p:spPr>
        </p:pic>
      </p:grpSp>
      <p:grpSp>
        <p:nvGrpSpPr>
          <p:cNvPr id="8" name="Group 7">
            <a:extLst>
              <a:ext uri="{FF2B5EF4-FFF2-40B4-BE49-F238E27FC236}">
                <a16:creationId xmlns:a16="http://schemas.microsoft.com/office/drawing/2014/main" id="{57590B60-BE5C-3E42-A2FC-97D831C644FE}"/>
              </a:ext>
            </a:extLst>
          </p:cNvPr>
          <p:cNvGrpSpPr/>
          <p:nvPr/>
        </p:nvGrpSpPr>
        <p:grpSpPr>
          <a:xfrm>
            <a:off x="2990184" y="2665671"/>
            <a:ext cx="5715000" cy="2011680"/>
            <a:chOff x="2990184" y="2665671"/>
            <a:chExt cx="5715000" cy="2011680"/>
          </a:xfrm>
        </p:grpSpPr>
        <p:pic>
          <p:nvPicPr>
            <p:cNvPr id="58" name="Picture 57">
              <a:extLst>
                <a:ext uri="{FF2B5EF4-FFF2-40B4-BE49-F238E27FC236}">
                  <a16:creationId xmlns:a16="http://schemas.microsoft.com/office/drawing/2014/main" id="{C6019133-0FF3-F84C-B441-EA0D1283BA5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2990184" y="2665671"/>
              <a:ext cx="5715000" cy="2011680"/>
            </a:xfrm>
            <a:prstGeom prst="rect">
              <a:avLst/>
            </a:prstGeom>
          </p:spPr>
        </p:pic>
        <p:pic>
          <p:nvPicPr>
            <p:cNvPr id="23" name="Picture 22" descr="Logo&#10;&#10;Description automatically generated">
              <a:extLst>
                <a:ext uri="{FF2B5EF4-FFF2-40B4-BE49-F238E27FC236}">
                  <a16:creationId xmlns:a16="http://schemas.microsoft.com/office/drawing/2014/main" id="{80D9E768-687B-1A4A-B03B-D0AAD9606B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2704549" y="3213905"/>
              <a:ext cx="1765294" cy="987552"/>
            </a:xfrm>
            <a:prstGeom prst="rect">
              <a:avLst/>
            </a:prstGeom>
          </p:spPr>
        </p:pic>
        <p:sp>
          <p:nvSpPr>
            <p:cNvPr id="59" name="Text Box 2">
              <a:extLst>
                <a:ext uri="{FF2B5EF4-FFF2-40B4-BE49-F238E27FC236}">
                  <a16:creationId xmlns:a16="http://schemas.microsoft.com/office/drawing/2014/main" id="{F87ACAEB-0AEB-FF4D-8392-9D86D7C69B36}"/>
                </a:ext>
              </a:extLst>
            </p:cNvPr>
            <p:cNvSpPr txBox="1">
              <a:spLocks noChangeArrowheads="1"/>
            </p:cNvSpPr>
            <p:nvPr/>
          </p:nvSpPr>
          <p:spPr bwMode="auto">
            <a:xfrm>
              <a:off x="4067926" y="3099515"/>
              <a:ext cx="3364187" cy="1046440"/>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Email headline. </a:t>
              </a:r>
            </a:p>
            <a:p>
              <a:pPr marL="0" marR="0">
                <a:spcBef>
                  <a:spcPts val="0"/>
                </a:spcBef>
                <a:spcAft>
                  <a:spcPts val="0"/>
                </a:spcAft>
              </a:pP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Ommo</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20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eicitiam</a:t>
              </a:r>
              <a:r>
                <a:rPr lang="en-US" sz="20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a:t>
              </a:r>
            </a:p>
            <a:p>
              <a:pPr marL="0" marR="0">
                <a:spcBef>
                  <a:spcPts val="0"/>
                </a:spcBef>
                <a:spcAft>
                  <a:spcPts val="0"/>
                </a:spcAft>
              </a:pPr>
              <a:endParaRPr lang="en-US" sz="800" dirty="0">
                <a:solidFill>
                  <a:srgbClr val="FFFFFF"/>
                </a:solidFill>
                <a:latin typeface="FedEx Sans" panose="020B0603020203020204" pitchFamily="34" charset="0"/>
                <a:ea typeface="FedEx Sans" panose="020B0603020203020204" pitchFamily="34" charset="0"/>
                <a:cs typeface="FedEx Sans" panose="020B0603020203020204" pitchFamily="34" charset="0"/>
              </a:endParaRPr>
            </a:p>
            <a:p>
              <a:pPr marL="0" marR="0">
                <a:spcBef>
                  <a:spcPts val="0"/>
                </a:spcBef>
                <a:spcAft>
                  <a:spcPts val="0"/>
                </a:spcAft>
              </a:pPr>
              <a:r>
                <a:rPr lang="en-US" sz="14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Email subhead. </a:t>
              </a:r>
              <a:r>
                <a:rPr lang="en-US" sz="14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Ommo</a:t>
              </a:r>
              <a:r>
                <a:rPr lang="en-US" sz="14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 </a:t>
              </a:r>
              <a:r>
                <a:rPr lang="en-US" sz="1400" dirty="0" err="1">
                  <a:solidFill>
                    <a:srgbClr val="FFFFFF"/>
                  </a:solidFill>
                  <a:latin typeface="FedEx Sans" panose="020B0603020203020204" pitchFamily="34" charset="0"/>
                  <a:ea typeface="FedEx Sans" panose="020B0603020203020204" pitchFamily="34" charset="0"/>
                  <a:cs typeface="FedEx Sans" panose="020B0603020203020204" pitchFamily="34" charset="0"/>
                </a:rPr>
                <a:t>eicitiam</a:t>
              </a:r>
              <a:r>
                <a:rPr lang="en-US" sz="1400" dirty="0">
                  <a:solidFill>
                    <a:srgbClr val="FFFFFF"/>
                  </a:solidFill>
                  <a:latin typeface="FedEx Sans" panose="020B0603020203020204" pitchFamily="34" charset="0"/>
                  <a:ea typeface="FedEx Sans" panose="020B0603020203020204" pitchFamily="34" charset="0"/>
                  <a:cs typeface="FedEx Sans" panose="020B0603020203020204" pitchFamily="34" charset="0"/>
                </a:rPr>
                <a:t>.</a:t>
              </a:r>
              <a:endParaRPr lang="en-US" sz="1400" dirty="0">
                <a:solidFill>
                  <a:schemeClr val="bg1"/>
                </a:solidFill>
                <a:effectLst/>
                <a:latin typeface="FedEx Sans" panose="020B0603020203020204" pitchFamily="34" charset="0"/>
                <a:ea typeface="FedEx Sans" panose="020B0603020203020204" pitchFamily="34" charset="0"/>
                <a:cs typeface="FedEx Sans" panose="020B0603020203020204" pitchFamily="34" charset="0"/>
              </a:endParaRPr>
            </a:p>
          </p:txBody>
        </p:sp>
        <p:sp>
          <p:nvSpPr>
            <p:cNvPr id="60" name="Text Box 2">
              <a:extLst>
                <a:ext uri="{FF2B5EF4-FFF2-40B4-BE49-F238E27FC236}">
                  <a16:creationId xmlns:a16="http://schemas.microsoft.com/office/drawing/2014/main" id="{54F46727-5B9C-FC44-BC7C-21261F3FD33C}"/>
                </a:ext>
              </a:extLst>
            </p:cNvPr>
            <p:cNvSpPr txBox="1">
              <a:spLocks noChangeArrowheads="1"/>
            </p:cNvSpPr>
            <p:nvPr/>
          </p:nvSpPr>
          <p:spPr bwMode="auto">
            <a:xfrm>
              <a:off x="7208696" y="4119269"/>
              <a:ext cx="1305399" cy="461665"/>
            </a:xfrm>
            <a:prstGeom prst="rect">
              <a:avLst/>
            </a:prstGeom>
            <a:noFill/>
            <a:ln w="9525">
              <a:noFill/>
              <a:miter lim="800000"/>
              <a:headEnd/>
              <a:tailEnd/>
            </a:ln>
          </p:spPr>
          <p:txBody>
            <a:bodyPr rot="0" vert="horz" wrap="square" lIns="91440" tIns="45720" rIns="91440" bIns="45720" anchor="t" anchorCtr="0">
              <a:spAutoFit/>
            </a:bodyPr>
            <a:lstStyle/>
            <a:p>
              <a:pPr marL="0" marR="0">
                <a:spcBef>
                  <a:spcPts val="0"/>
                </a:spcBef>
                <a:spcAft>
                  <a:spcPts val="0"/>
                </a:spcAft>
              </a:pPr>
              <a:r>
                <a:rPr lang="en-US" sz="800" dirty="0">
                  <a:solidFill>
                    <a:srgbClr val="FFFFFF"/>
                  </a:solidFill>
                  <a:effectLst/>
                  <a:latin typeface="FedEx Sans" panose="020B0603020203020204" pitchFamily="34" charset="0"/>
                  <a:ea typeface="FedEx Sans" panose="020B0603020203020204" pitchFamily="34" charset="0"/>
                  <a:cs typeface="FedEx Sans" panose="020B0603020203020204" pitchFamily="34" charset="0"/>
                </a:rPr>
                <a:t>&lt;Name&gt;</a:t>
              </a:r>
              <a:endParaRPr lang="en-US" sz="800" dirty="0">
                <a:effectLst/>
                <a:latin typeface="FedEx Sans" panose="020B0603020203020204" pitchFamily="34" charset="0"/>
                <a:ea typeface="FedEx Sans" panose="020B0603020203020204" pitchFamily="34" charset="0"/>
                <a:cs typeface="FedEx Sans" panose="020B0603020203020204" pitchFamily="34" charset="0"/>
              </a:endParaRPr>
            </a:p>
            <a:p>
              <a:pPr marL="0" marR="0">
                <a:spcBef>
                  <a:spcPts val="0"/>
                </a:spcBef>
                <a:spcAft>
                  <a:spcPts val="0"/>
                </a:spcAft>
              </a:pPr>
              <a:r>
                <a:rPr lang="en-US" sz="800" dirty="0">
                  <a:solidFill>
                    <a:srgbClr val="FFFFFF"/>
                  </a:solidFill>
                  <a:effectLst/>
                  <a:latin typeface="FedEx Sans" panose="020B0603020203020204" pitchFamily="34" charset="0"/>
                  <a:ea typeface="FedEx Sans" panose="020B0603020203020204" pitchFamily="34" charset="0"/>
                  <a:cs typeface="FedEx Sans" panose="020B0603020203020204" pitchFamily="34" charset="0"/>
                </a:rPr>
                <a:t>&lt;Title&gt;</a:t>
              </a:r>
              <a:endParaRPr lang="en-US" sz="800" dirty="0">
                <a:effectLst/>
                <a:latin typeface="FedEx Sans" panose="020B0603020203020204" pitchFamily="34" charset="0"/>
                <a:ea typeface="FedEx Sans" panose="020B0603020203020204" pitchFamily="34" charset="0"/>
                <a:cs typeface="FedEx Sans" panose="020B0603020203020204" pitchFamily="34" charset="0"/>
              </a:endParaRPr>
            </a:p>
            <a:p>
              <a:pPr marL="0" marR="0">
                <a:spcBef>
                  <a:spcPts val="0"/>
                </a:spcBef>
                <a:spcAft>
                  <a:spcPts val="0"/>
                </a:spcAft>
              </a:pPr>
              <a:r>
                <a:rPr lang="en-US" sz="800" dirty="0">
                  <a:solidFill>
                    <a:srgbClr val="FFFFFF"/>
                  </a:solidFill>
                  <a:effectLst/>
                  <a:latin typeface="FedEx Sans" panose="020B0603020203020204" pitchFamily="34" charset="0"/>
                  <a:ea typeface="FedEx Sans" panose="020B0603020203020204" pitchFamily="34" charset="0"/>
                  <a:cs typeface="FedEx Sans" panose="020B0603020203020204" pitchFamily="34" charset="0"/>
                </a:rPr>
                <a:t>&lt;Opco&gt;</a:t>
              </a:r>
              <a:endParaRPr lang="en-US" sz="900" dirty="0">
                <a:effectLst/>
                <a:latin typeface="FedEx Sans" panose="020B0603020203020204" pitchFamily="34" charset="0"/>
                <a:ea typeface="FedEx Sans" panose="020B0603020203020204" pitchFamily="34" charset="0"/>
                <a:cs typeface="FedEx Sans" panose="020B0603020203020204" pitchFamily="34" charset="0"/>
              </a:endParaRPr>
            </a:p>
          </p:txBody>
        </p:sp>
        <p:pic>
          <p:nvPicPr>
            <p:cNvPr id="61" name="Picture 60">
              <a:extLst>
                <a:ext uri="{FF2B5EF4-FFF2-40B4-BE49-F238E27FC236}">
                  <a16:creationId xmlns:a16="http://schemas.microsoft.com/office/drawing/2014/main" id="{80FBB3BF-52FD-D74D-AA9D-2B4B3378324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301153" y="2914881"/>
              <a:ext cx="914400" cy="1143000"/>
            </a:xfrm>
            <a:prstGeom prst="rect">
              <a:avLst/>
            </a:prstGeom>
          </p:spPr>
        </p:pic>
      </p:grpSp>
    </p:spTree>
    <p:extLst>
      <p:ext uri="{BB962C8B-B14F-4D97-AF65-F5344CB8AC3E}">
        <p14:creationId xmlns:p14="http://schemas.microsoft.com/office/powerpoint/2010/main" val="3150878207"/>
      </p:ext>
    </p:extLst>
  </p:cSld>
  <p:clrMapOvr>
    <a:masterClrMapping/>
  </p:clrMapOvr>
  <p:transition/>
</p:sld>
</file>

<file path=ppt/theme/theme1.xml><?xml version="1.0" encoding="utf-8"?>
<a:theme xmlns:a="http://schemas.openxmlformats.org/drawingml/2006/main" name="FedEx">
  <a:themeElements>
    <a:clrScheme name="FedEx">
      <a:dk1>
        <a:srgbClr val="000000"/>
      </a:dk1>
      <a:lt1>
        <a:srgbClr val="FFFFFF"/>
      </a:lt1>
      <a:dk2>
        <a:srgbClr val="4D148C"/>
      </a:dk2>
      <a:lt2>
        <a:srgbClr val="E1E1E1"/>
      </a:lt2>
      <a:accent1>
        <a:srgbClr val="FF6600"/>
      </a:accent1>
      <a:accent2>
        <a:srgbClr val="999999"/>
      </a:accent2>
      <a:accent3>
        <a:srgbClr val="4D148C"/>
      </a:accent3>
      <a:accent4>
        <a:srgbClr val="D2D2D2"/>
      </a:accent4>
      <a:accent5>
        <a:srgbClr val="828282"/>
      </a:accent5>
      <a:accent6>
        <a:srgbClr val="3C3C3C"/>
      </a:accent6>
      <a:hlink>
        <a:srgbClr val="000000"/>
      </a:hlink>
      <a:folHlink>
        <a:srgbClr val="000000"/>
      </a:folHlink>
    </a:clrScheme>
    <a:fontScheme name="FedEx">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marL="274320" indent="-274320">
          <a:buFont typeface="Arial" pitchFamily="34" charset="0"/>
          <a:buChar char="•"/>
          <a:defRPr sz="2000" b="1" dirty="0" smtClean="0">
            <a:latin typeface="+mn-lt"/>
          </a:defRPr>
        </a:defPPr>
      </a:lstStyle>
    </a:txDef>
  </a:objectDefaults>
  <a:extraClrSchemeLst>
    <a:extraClrScheme>
      <a:clrScheme name="FedEx">
        <a:dk1>
          <a:sysClr val="windowText" lastClr="000000"/>
        </a:dk1>
        <a:lt1>
          <a:sysClr val="window" lastClr="FFFFFF"/>
        </a:lt1>
        <a:dk2>
          <a:srgbClr val="4D148C"/>
        </a:dk2>
        <a:lt2>
          <a:srgbClr val="CDCDCD"/>
        </a:lt2>
        <a:accent1>
          <a:srgbClr val="FF6600"/>
        </a:accent1>
        <a:accent2>
          <a:srgbClr val="999999"/>
        </a:accent2>
        <a:accent3>
          <a:srgbClr val="4D148C"/>
        </a:accent3>
        <a:accent4>
          <a:srgbClr val="D1D3D4"/>
        </a:accent4>
        <a:accent5>
          <a:srgbClr val="808285"/>
        </a:accent5>
        <a:accent6>
          <a:srgbClr val="3B3B3B"/>
        </a:accent6>
        <a:hlink>
          <a:srgbClr val="4D148C"/>
        </a:hlink>
        <a:folHlink>
          <a:srgbClr val="999999"/>
        </a:folHlink>
      </a:clrScheme>
    </a:extraClrScheme>
  </a:extraClrSchemeLst>
  <a:extLst>
    <a:ext uri="{05A4C25C-085E-4340-85A3-A5531E510DB2}">
      <thm15:themeFamily xmlns:thm15="http://schemas.microsoft.com/office/thememl/2012/main" name="FedEx Ground" id="{EA2EEBE6-3221-4713-A288-8B0211074E39}" vid="{63098F9B-A0A6-4344-A387-1D33719A6D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3245</TotalTime>
  <Words>422</Words>
  <Application>Microsoft Macintosh PowerPoint</Application>
  <PresentationFormat>On-screen Show (4:3)</PresentationFormat>
  <Paragraphs>46</Paragraphs>
  <Slides>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Arial Narrow</vt:lpstr>
      <vt:lpstr>Calibri</vt:lpstr>
      <vt:lpstr>Courier New</vt:lpstr>
      <vt:lpstr>FedEx Sans</vt:lpstr>
      <vt:lpstr>FedEx Sans Cd</vt:lpstr>
      <vt:lpstr>Lucida Grande</vt:lpstr>
      <vt:lpstr>FedEx</vt:lpstr>
      <vt:lpstr>Internal Email  Masthead Templates </vt:lpstr>
      <vt:lpstr>Using the internal email masthead graphics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Amy Jolly</dc:creator>
  <cp:lastModifiedBy>Tony Izquierdo</cp:lastModifiedBy>
  <cp:revision>77</cp:revision>
  <dcterms:created xsi:type="dcterms:W3CDTF">2016-09-28T19:36:22Z</dcterms:created>
  <dcterms:modified xsi:type="dcterms:W3CDTF">2021-01-14T03:54:24Z</dcterms:modified>
</cp:coreProperties>
</file>